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8"/>
  </p:notesMasterIdLst>
  <p:sldIdLst>
    <p:sldId id="268" r:id="rId5"/>
    <p:sldId id="270" r:id="rId6"/>
    <p:sldId id="274" r:id="rId7"/>
    <p:sldId id="338" r:id="rId8"/>
    <p:sldId id="352" r:id="rId9"/>
    <p:sldId id="378" r:id="rId10"/>
    <p:sldId id="351" r:id="rId11"/>
    <p:sldId id="284" r:id="rId12"/>
    <p:sldId id="362" r:id="rId13"/>
    <p:sldId id="288" r:id="rId14"/>
    <p:sldId id="291" r:id="rId15"/>
    <p:sldId id="272" r:id="rId16"/>
    <p:sldId id="336" r:id="rId17"/>
    <p:sldId id="323" r:id="rId18"/>
    <p:sldId id="337" r:id="rId19"/>
    <p:sldId id="346" r:id="rId20"/>
    <p:sldId id="347" r:id="rId21"/>
    <p:sldId id="348" r:id="rId22"/>
    <p:sldId id="349" r:id="rId23"/>
    <p:sldId id="354" r:id="rId24"/>
    <p:sldId id="355" r:id="rId25"/>
    <p:sldId id="356" r:id="rId26"/>
    <p:sldId id="357" r:id="rId27"/>
    <p:sldId id="280" r:id="rId28"/>
    <p:sldId id="380" r:id="rId29"/>
    <p:sldId id="381" r:id="rId30"/>
    <p:sldId id="379" r:id="rId31"/>
    <p:sldId id="361" r:id="rId32"/>
    <p:sldId id="309" r:id="rId33"/>
    <p:sldId id="316" r:id="rId34"/>
    <p:sldId id="318" r:id="rId35"/>
    <p:sldId id="277" r:id="rId36"/>
    <p:sldId id="279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6271"/>
    <a:srgbClr val="285477"/>
    <a:srgbClr val="8BB2B4"/>
    <a:srgbClr val="9ECD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B84248-97AE-A13F-B057-BC4CEF6D0BF5}" v="42" dt="2025-07-23T06:59:31.0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sri Nelson" userId="S::yusri.nelson@wlvsolutions.co.za::f8005c9d-c0da-46ad-83bf-898413c363c9" providerId="AD" clId="Web-{6F9A2ED1-BD69-A449-232B-78C3F87000BF}"/>
    <pc:docChg chg="addSld delSld">
      <pc:chgData name="Yusri Nelson" userId="S::yusri.nelson@wlvsolutions.co.za::f8005c9d-c0da-46ad-83bf-898413c363c9" providerId="AD" clId="Web-{6F9A2ED1-BD69-A449-232B-78C3F87000BF}" dt="2025-04-22T08:42:22.315" v="11"/>
      <pc:docMkLst>
        <pc:docMk/>
      </pc:docMkLst>
      <pc:sldChg chg="add del">
        <pc:chgData name="Yusri Nelson" userId="S::yusri.nelson@wlvsolutions.co.za::f8005c9d-c0da-46ad-83bf-898413c363c9" providerId="AD" clId="Web-{6F9A2ED1-BD69-A449-232B-78C3F87000BF}" dt="2025-04-22T08:42:20.534" v="10"/>
        <pc:sldMkLst>
          <pc:docMk/>
          <pc:sldMk cId="971242444" sldId="284"/>
        </pc:sldMkLst>
      </pc:sldChg>
      <pc:sldChg chg="add del">
        <pc:chgData name="Yusri Nelson" userId="S::yusri.nelson@wlvsolutions.co.za::f8005c9d-c0da-46ad-83bf-898413c363c9" providerId="AD" clId="Web-{6F9A2ED1-BD69-A449-232B-78C3F87000BF}" dt="2025-04-22T08:42:17.971" v="6"/>
        <pc:sldMkLst>
          <pc:docMk/>
          <pc:sldMk cId="932198423" sldId="361"/>
        </pc:sldMkLst>
      </pc:sldChg>
      <pc:sldChg chg="add del">
        <pc:chgData name="Yusri Nelson" userId="S::yusri.nelson@wlvsolutions.co.za::f8005c9d-c0da-46ad-83bf-898413c363c9" providerId="AD" clId="Web-{6F9A2ED1-BD69-A449-232B-78C3F87000BF}" dt="2025-04-22T08:42:20.252" v="9"/>
        <pc:sldMkLst>
          <pc:docMk/>
          <pc:sldMk cId="2153459515" sldId="365"/>
        </pc:sldMkLst>
      </pc:sldChg>
      <pc:sldChg chg="add del">
        <pc:chgData name="Yusri Nelson" userId="S::yusri.nelson@wlvsolutions.co.za::f8005c9d-c0da-46ad-83bf-898413c363c9" providerId="AD" clId="Web-{6F9A2ED1-BD69-A449-232B-78C3F87000BF}" dt="2025-04-22T08:42:18.659" v="8"/>
        <pc:sldMkLst>
          <pc:docMk/>
          <pc:sldMk cId="250775284" sldId="367"/>
        </pc:sldMkLst>
      </pc:sldChg>
      <pc:sldChg chg="add del">
        <pc:chgData name="Yusri Nelson" userId="S::yusri.nelson@wlvsolutions.co.za::f8005c9d-c0da-46ad-83bf-898413c363c9" providerId="AD" clId="Web-{6F9A2ED1-BD69-A449-232B-78C3F87000BF}" dt="2025-04-22T08:42:22.315" v="11"/>
        <pc:sldMkLst>
          <pc:docMk/>
          <pc:sldMk cId="1564547633" sldId="375"/>
        </pc:sldMkLst>
      </pc:sldChg>
      <pc:sldChg chg="add del">
        <pc:chgData name="Yusri Nelson" userId="S::yusri.nelson@wlvsolutions.co.za::f8005c9d-c0da-46ad-83bf-898413c363c9" providerId="AD" clId="Web-{6F9A2ED1-BD69-A449-232B-78C3F87000BF}" dt="2025-04-22T08:42:17.971" v="7"/>
        <pc:sldMkLst>
          <pc:docMk/>
          <pc:sldMk cId="1956551605" sldId="376"/>
        </pc:sldMkLst>
      </pc:sldChg>
    </pc:docChg>
  </pc:docChgLst>
  <pc:docChgLst>
    <pc:chgData name="Aqeel H" userId="47facd8c05502448" providerId="Windows Live" clId="Web-{AB9454D4-401F-9869-8BCD-AB6FDC37006A}"/>
    <pc:docChg chg="addSld delSld">
      <pc:chgData name="Aqeel H" userId="47facd8c05502448" providerId="Windows Live" clId="Web-{AB9454D4-401F-9869-8BCD-AB6FDC37006A}" dt="2025-04-16T08:48:16.443" v="11"/>
      <pc:docMkLst>
        <pc:docMk/>
      </pc:docMkLst>
      <pc:sldChg chg="add">
        <pc:chgData name="Aqeel H" userId="47facd8c05502448" providerId="Windows Live" clId="Web-{AB9454D4-401F-9869-8BCD-AB6FDC37006A}" dt="2025-04-16T08:48:16.427" v="10"/>
        <pc:sldMkLst>
          <pc:docMk/>
          <pc:sldMk cId="832479184" sldId="324"/>
        </pc:sldMkLst>
      </pc:sldChg>
      <pc:sldChg chg="add del">
        <pc:chgData name="Aqeel H" userId="47facd8c05502448" providerId="Windows Live" clId="Web-{AB9454D4-401F-9869-8BCD-AB6FDC37006A}" dt="2025-04-16T08:48:06.224" v="2"/>
        <pc:sldMkLst>
          <pc:docMk/>
          <pc:sldMk cId="1328368386" sldId="358"/>
        </pc:sldMkLst>
      </pc:sldChg>
      <pc:sldChg chg="add">
        <pc:chgData name="Aqeel H" userId="47facd8c05502448" providerId="Windows Live" clId="Web-{AB9454D4-401F-9869-8BCD-AB6FDC37006A}" dt="2025-04-16T08:48:16.443" v="11"/>
        <pc:sldMkLst>
          <pc:docMk/>
          <pc:sldMk cId="3994808165" sldId="359"/>
        </pc:sldMkLst>
      </pc:sldChg>
      <pc:sldChg chg="add del">
        <pc:chgData name="Aqeel H" userId="47facd8c05502448" providerId="Windows Live" clId="Web-{AB9454D4-401F-9869-8BCD-AB6FDC37006A}" dt="2025-04-16T08:48:09.880" v="4"/>
        <pc:sldMkLst>
          <pc:docMk/>
          <pc:sldMk cId="1115125707" sldId="366"/>
        </pc:sldMkLst>
      </pc:sldChg>
      <pc:sldChg chg="add">
        <pc:chgData name="Aqeel H" userId="47facd8c05502448" providerId="Windows Live" clId="Web-{AB9454D4-401F-9869-8BCD-AB6FDC37006A}" dt="2025-04-16T08:48:16.333" v="5"/>
        <pc:sldMkLst>
          <pc:docMk/>
          <pc:sldMk cId="3313637456" sldId="369"/>
        </pc:sldMkLst>
      </pc:sldChg>
      <pc:sldChg chg="add">
        <pc:chgData name="Aqeel H" userId="47facd8c05502448" providerId="Windows Live" clId="Web-{AB9454D4-401F-9869-8BCD-AB6FDC37006A}" dt="2025-04-16T08:48:16.349" v="6"/>
        <pc:sldMkLst>
          <pc:docMk/>
          <pc:sldMk cId="1729116551" sldId="370"/>
        </pc:sldMkLst>
      </pc:sldChg>
      <pc:sldChg chg="add">
        <pc:chgData name="Aqeel H" userId="47facd8c05502448" providerId="Windows Live" clId="Web-{AB9454D4-401F-9869-8BCD-AB6FDC37006A}" dt="2025-04-16T08:48:16.365" v="7"/>
        <pc:sldMkLst>
          <pc:docMk/>
          <pc:sldMk cId="2708699287" sldId="371"/>
        </pc:sldMkLst>
      </pc:sldChg>
      <pc:sldChg chg="add">
        <pc:chgData name="Aqeel H" userId="47facd8c05502448" providerId="Windows Live" clId="Web-{AB9454D4-401F-9869-8BCD-AB6FDC37006A}" dt="2025-04-16T08:48:16.396" v="8"/>
        <pc:sldMkLst>
          <pc:docMk/>
          <pc:sldMk cId="2591706532" sldId="372"/>
        </pc:sldMkLst>
      </pc:sldChg>
      <pc:sldChg chg="add">
        <pc:chgData name="Aqeel H" userId="47facd8c05502448" providerId="Windows Live" clId="Web-{AB9454D4-401F-9869-8BCD-AB6FDC37006A}" dt="2025-04-16T08:48:16.412" v="9"/>
        <pc:sldMkLst>
          <pc:docMk/>
          <pc:sldMk cId="419451590" sldId="373"/>
        </pc:sldMkLst>
      </pc:sldChg>
    </pc:docChg>
  </pc:docChgLst>
  <pc:docChgLst>
    <pc:chgData name="Aqeel H" userId="47facd8c05502448" providerId="Windows Live" clId="Web-{9E1A1F1B-001C-295A-13C9-756D2573223F}"/>
    <pc:docChg chg="addSld delSld modSld sldOrd">
      <pc:chgData name="Aqeel H" userId="47facd8c05502448" providerId="Windows Live" clId="Web-{9E1A1F1B-001C-295A-13C9-756D2573223F}" dt="2025-04-16T08:46:53.328" v="26"/>
      <pc:docMkLst>
        <pc:docMk/>
      </pc:docMkLst>
      <pc:sldChg chg="modSp">
        <pc:chgData name="Aqeel H" userId="47facd8c05502448" providerId="Windows Live" clId="Web-{9E1A1F1B-001C-295A-13C9-756D2573223F}" dt="2025-04-16T08:42:59.684" v="3" actId="20577"/>
        <pc:sldMkLst>
          <pc:docMk/>
          <pc:sldMk cId="65055496" sldId="268"/>
        </pc:sldMkLst>
      </pc:sldChg>
      <pc:sldChg chg="modSp">
        <pc:chgData name="Aqeel H" userId="47facd8c05502448" providerId="Windows Live" clId="Web-{9E1A1F1B-001C-295A-13C9-756D2573223F}" dt="2025-04-16T08:43:24.622" v="7" actId="20577"/>
        <pc:sldMkLst>
          <pc:docMk/>
          <pc:sldMk cId="3071687194" sldId="270"/>
        </pc:sldMkLst>
      </pc:sldChg>
      <pc:sldChg chg="del">
        <pc:chgData name="Aqeel H" userId="47facd8c05502448" providerId="Windows Live" clId="Web-{9E1A1F1B-001C-295A-13C9-756D2573223F}" dt="2025-04-16T08:44:15.732" v="10"/>
        <pc:sldMkLst>
          <pc:docMk/>
          <pc:sldMk cId="1632013885" sldId="274"/>
        </pc:sldMkLst>
      </pc:sldChg>
      <pc:sldChg chg="add">
        <pc:chgData name="Aqeel H" userId="47facd8c05502448" providerId="Windows Live" clId="Web-{9E1A1F1B-001C-295A-13C9-756D2573223F}" dt="2025-04-16T08:46:53.297" v="24"/>
        <pc:sldMkLst>
          <pc:docMk/>
          <pc:sldMk cId="477914530" sldId="290"/>
        </pc:sldMkLst>
      </pc:sldChg>
      <pc:sldChg chg="add">
        <pc:chgData name="Aqeel H" userId="47facd8c05502448" providerId="Windows Live" clId="Web-{9E1A1F1B-001C-295A-13C9-756D2573223F}" dt="2025-04-16T08:46:53.328" v="26"/>
        <pc:sldMkLst>
          <pc:docMk/>
          <pc:sldMk cId="3806841555" sldId="292"/>
        </pc:sldMkLst>
      </pc:sldChg>
      <pc:sldChg chg="del">
        <pc:chgData name="Aqeel H" userId="47facd8c05502448" providerId="Windows Live" clId="Web-{9E1A1F1B-001C-295A-13C9-756D2573223F}" dt="2025-04-16T08:45:17.952" v="22"/>
        <pc:sldMkLst>
          <pc:docMk/>
          <pc:sldMk cId="832479184" sldId="324"/>
        </pc:sldMkLst>
      </pc:sldChg>
      <pc:sldChg chg="del">
        <pc:chgData name="Aqeel H" userId="47facd8c05502448" providerId="Windows Live" clId="Web-{9E1A1F1B-001C-295A-13C9-756D2573223F}" dt="2025-04-16T08:45:17.952" v="21"/>
        <pc:sldMkLst>
          <pc:docMk/>
          <pc:sldMk cId="3168563300" sldId="325"/>
        </pc:sldMkLst>
      </pc:sldChg>
      <pc:sldChg chg="del">
        <pc:chgData name="Aqeel H" userId="47facd8c05502448" providerId="Windows Live" clId="Web-{9E1A1F1B-001C-295A-13C9-756D2573223F}" dt="2025-04-16T08:44:28.201" v="12"/>
        <pc:sldMkLst>
          <pc:docMk/>
          <pc:sldMk cId="2464010404" sldId="338"/>
        </pc:sldMkLst>
      </pc:sldChg>
      <pc:sldChg chg="del">
        <pc:chgData name="Aqeel H" userId="47facd8c05502448" providerId="Windows Live" clId="Web-{9E1A1F1B-001C-295A-13C9-756D2573223F}" dt="2025-04-16T08:44:50.482" v="18"/>
        <pc:sldMkLst>
          <pc:docMk/>
          <pc:sldMk cId="286127093" sldId="351"/>
        </pc:sldMkLst>
      </pc:sldChg>
      <pc:sldChg chg="del">
        <pc:chgData name="Aqeel H" userId="47facd8c05502448" providerId="Windows Live" clId="Web-{9E1A1F1B-001C-295A-13C9-756D2573223F}" dt="2025-04-16T08:44:40.076" v="16"/>
        <pc:sldMkLst>
          <pc:docMk/>
          <pc:sldMk cId="2132276267" sldId="352"/>
        </pc:sldMkLst>
      </pc:sldChg>
      <pc:sldChg chg="del">
        <pc:chgData name="Aqeel H" userId="47facd8c05502448" providerId="Windows Live" clId="Web-{9E1A1F1B-001C-295A-13C9-756D2573223F}" dt="2025-04-16T08:44:40.060" v="15"/>
        <pc:sldMkLst>
          <pc:docMk/>
          <pc:sldMk cId="3916484628" sldId="359"/>
        </pc:sldMkLst>
      </pc:sldChg>
      <pc:sldChg chg="add ord">
        <pc:chgData name="Aqeel H" userId="47facd8c05502448" providerId="Windows Live" clId="Web-{9E1A1F1B-001C-295A-13C9-756D2573223F}" dt="2025-04-16T08:44:10.560" v="9"/>
        <pc:sldMkLst>
          <pc:docMk/>
          <pc:sldMk cId="3019662551" sldId="360"/>
        </pc:sldMkLst>
      </pc:sldChg>
      <pc:sldChg chg="add">
        <pc:chgData name="Aqeel H" userId="47facd8c05502448" providerId="Windows Live" clId="Web-{9E1A1F1B-001C-295A-13C9-756D2573223F}" dt="2025-04-16T08:44:23.623" v="11"/>
        <pc:sldMkLst>
          <pc:docMk/>
          <pc:sldMk cId="2682532515" sldId="361"/>
        </pc:sldMkLst>
      </pc:sldChg>
      <pc:sldChg chg="add">
        <pc:chgData name="Aqeel H" userId="47facd8c05502448" providerId="Windows Live" clId="Web-{9E1A1F1B-001C-295A-13C9-756D2573223F}" dt="2025-04-16T08:44:37.342" v="13"/>
        <pc:sldMkLst>
          <pc:docMk/>
          <pc:sldMk cId="1627445725" sldId="362"/>
        </pc:sldMkLst>
      </pc:sldChg>
      <pc:sldChg chg="add">
        <pc:chgData name="Aqeel H" userId="47facd8c05502448" providerId="Windows Live" clId="Web-{9E1A1F1B-001C-295A-13C9-756D2573223F}" dt="2025-04-16T08:44:37.357" v="14"/>
        <pc:sldMkLst>
          <pc:docMk/>
          <pc:sldMk cId="681052180" sldId="363"/>
        </pc:sldMkLst>
      </pc:sldChg>
      <pc:sldChg chg="add">
        <pc:chgData name="Aqeel H" userId="47facd8c05502448" providerId="Windows Live" clId="Web-{9E1A1F1B-001C-295A-13C9-756D2573223F}" dt="2025-04-16T08:44:48.904" v="17"/>
        <pc:sldMkLst>
          <pc:docMk/>
          <pc:sldMk cId="807851015" sldId="364"/>
        </pc:sldMkLst>
      </pc:sldChg>
      <pc:sldChg chg="add">
        <pc:chgData name="Aqeel H" userId="47facd8c05502448" providerId="Windows Live" clId="Web-{9E1A1F1B-001C-295A-13C9-756D2573223F}" dt="2025-04-16T08:45:12.092" v="19"/>
        <pc:sldMkLst>
          <pc:docMk/>
          <pc:sldMk cId="2153459515" sldId="365"/>
        </pc:sldMkLst>
      </pc:sldChg>
      <pc:sldChg chg="add">
        <pc:chgData name="Aqeel H" userId="47facd8c05502448" providerId="Windows Live" clId="Web-{9E1A1F1B-001C-295A-13C9-756D2573223F}" dt="2025-04-16T08:45:12.108" v="20"/>
        <pc:sldMkLst>
          <pc:docMk/>
          <pc:sldMk cId="1115125707" sldId="366"/>
        </pc:sldMkLst>
      </pc:sldChg>
      <pc:sldChg chg="add">
        <pc:chgData name="Aqeel H" userId="47facd8c05502448" providerId="Windows Live" clId="Web-{9E1A1F1B-001C-295A-13C9-756D2573223F}" dt="2025-04-16T08:46:10.781" v="23"/>
        <pc:sldMkLst>
          <pc:docMk/>
          <pc:sldMk cId="250775284" sldId="367"/>
        </pc:sldMkLst>
      </pc:sldChg>
      <pc:sldChg chg="add">
        <pc:chgData name="Aqeel H" userId="47facd8c05502448" providerId="Windows Live" clId="Web-{9E1A1F1B-001C-295A-13C9-756D2573223F}" dt="2025-04-16T08:46:53.313" v="25"/>
        <pc:sldMkLst>
          <pc:docMk/>
          <pc:sldMk cId="4061312109" sldId="368"/>
        </pc:sldMkLst>
      </pc:sldChg>
    </pc:docChg>
  </pc:docChgLst>
  <pc:docChgLst>
    <pc:chgData name="Aqeel Hanslo" userId="S::aqeel.hanslo@wlvsolutions.co.za::a2080373-1dce-42f8-b824-cf42c786bb55" providerId="AD" clId="Web-{911F9566-3E27-CCFD-0A82-047CF6837D4A}"/>
    <pc:docChg chg="modSld">
      <pc:chgData name="Aqeel Hanslo" userId="S::aqeel.hanslo@wlvsolutions.co.za::a2080373-1dce-42f8-b824-cf42c786bb55" providerId="AD" clId="Web-{911F9566-3E27-CCFD-0A82-047CF6837D4A}" dt="2025-04-16T12:28:57.848" v="4" actId="20577"/>
      <pc:docMkLst>
        <pc:docMk/>
      </pc:docMkLst>
      <pc:sldChg chg="modSp">
        <pc:chgData name="Aqeel Hanslo" userId="S::aqeel.hanslo@wlvsolutions.co.za::a2080373-1dce-42f8-b824-cf42c786bb55" providerId="AD" clId="Web-{911F9566-3E27-CCFD-0A82-047CF6837D4A}" dt="2025-04-16T12:28:57.848" v="4" actId="20577"/>
        <pc:sldMkLst>
          <pc:docMk/>
          <pc:sldMk cId="65055496" sldId="268"/>
        </pc:sldMkLst>
      </pc:sldChg>
    </pc:docChg>
  </pc:docChgLst>
  <pc:docChgLst>
    <pc:chgData name="Aqeel Hanslo" userId="S::aqeel.hanslo@wlvsolutions.co.za::a2080373-1dce-42f8-b824-cf42c786bb55" providerId="AD" clId="Web-{F6DC5C85-8E0A-7CFF-C3DF-B3C3EDE27019}"/>
    <pc:docChg chg="addSld delSld modSld sldOrd">
      <pc:chgData name="Aqeel Hanslo" userId="S::aqeel.hanslo@wlvsolutions.co.za::a2080373-1dce-42f8-b824-cf42c786bb55" providerId="AD" clId="Web-{F6DC5C85-8E0A-7CFF-C3DF-B3C3EDE27019}" dt="2025-07-09T06:19:29.494" v="16"/>
      <pc:docMkLst>
        <pc:docMk/>
      </pc:docMkLst>
      <pc:sldChg chg="modSp">
        <pc:chgData name="Aqeel Hanslo" userId="S::aqeel.hanslo@wlvsolutions.co.za::a2080373-1dce-42f8-b824-cf42c786bb55" providerId="AD" clId="Web-{F6DC5C85-8E0A-7CFF-C3DF-B3C3EDE27019}" dt="2025-07-09T06:17:55.728" v="4" actId="20577"/>
        <pc:sldMkLst>
          <pc:docMk/>
          <pc:sldMk cId="65055496" sldId="268"/>
        </pc:sldMkLst>
        <pc:spChg chg="mod">
          <ac:chgData name="Aqeel Hanslo" userId="S::aqeel.hanslo@wlvsolutions.co.za::a2080373-1dce-42f8-b824-cf42c786bb55" providerId="AD" clId="Web-{F6DC5C85-8E0A-7CFF-C3DF-B3C3EDE27019}" dt="2025-07-09T06:17:55.728" v="4" actId="20577"/>
          <ac:spMkLst>
            <pc:docMk/>
            <pc:sldMk cId="65055496" sldId="268"/>
            <ac:spMk id="3" creationId="{2B84379A-07B3-8007-21DE-AF4E97AF9FF6}"/>
          </ac:spMkLst>
        </pc:spChg>
      </pc:sldChg>
      <pc:sldChg chg="add del ord">
        <pc:chgData name="Aqeel Hanslo" userId="S::aqeel.hanslo@wlvsolutions.co.za::a2080373-1dce-42f8-b824-cf42c786bb55" providerId="AD" clId="Web-{F6DC5C85-8E0A-7CFF-C3DF-B3C3EDE27019}" dt="2025-07-09T06:18:52.900" v="7"/>
        <pc:sldMkLst>
          <pc:docMk/>
          <pc:sldMk cId="1632013885" sldId="274"/>
        </pc:sldMkLst>
      </pc:sldChg>
      <pc:sldChg chg="add del">
        <pc:chgData name="Aqeel Hanslo" userId="S::aqeel.hanslo@wlvsolutions.co.za::a2080373-1dce-42f8-b824-cf42c786bb55" providerId="AD" clId="Web-{F6DC5C85-8E0A-7CFF-C3DF-B3C3EDE27019}" dt="2025-07-09T06:19:11.791" v="12"/>
        <pc:sldMkLst>
          <pc:docMk/>
          <pc:sldMk cId="2464010404" sldId="338"/>
        </pc:sldMkLst>
      </pc:sldChg>
      <pc:sldChg chg="add del">
        <pc:chgData name="Aqeel Hanslo" userId="S::aqeel.hanslo@wlvsolutions.co.za::a2080373-1dce-42f8-b824-cf42c786bb55" providerId="AD" clId="Web-{F6DC5C85-8E0A-7CFF-C3DF-B3C3EDE27019}" dt="2025-07-09T06:19:11.838" v="15"/>
        <pc:sldMkLst>
          <pc:docMk/>
          <pc:sldMk cId="286127093" sldId="351"/>
        </pc:sldMkLst>
      </pc:sldChg>
      <pc:sldChg chg="add del">
        <pc:chgData name="Aqeel Hanslo" userId="S::aqeel.hanslo@wlvsolutions.co.za::a2080373-1dce-42f8-b824-cf42c786bb55" providerId="AD" clId="Web-{F6DC5C85-8E0A-7CFF-C3DF-B3C3EDE27019}" dt="2025-07-09T06:19:11.807" v="13"/>
        <pc:sldMkLst>
          <pc:docMk/>
          <pc:sldMk cId="2132276267" sldId="352"/>
        </pc:sldMkLst>
      </pc:sldChg>
      <pc:sldChg chg="del">
        <pc:chgData name="Aqeel Hanslo" userId="S::aqeel.hanslo@wlvsolutions.co.za::a2080373-1dce-42f8-b824-cf42c786bb55" providerId="AD" clId="Web-{F6DC5C85-8E0A-7CFF-C3DF-B3C3EDE27019}" dt="2025-07-09T06:18:58.947" v="9"/>
        <pc:sldMkLst>
          <pc:docMk/>
          <pc:sldMk cId="3916484628" sldId="374"/>
        </pc:sldMkLst>
      </pc:sldChg>
      <pc:sldChg chg="add">
        <pc:chgData name="Aqeel Hanslo" userId="S::aqeel.hanslo@wlvsolutions.co.za::a2080373-1dce-42f8-b824-cf42c786bb55" providerId="AD" clId="Web-{F6DC5C85-8E0A-7CFF-C3DF-B3C3EDE27019}" dt="2025-07-09T06:19:11.822" v="14"/>
        <pc:sldMkLst>
          <pc:docMk/>
          <pc:sldMk cId="3916484628" sldId="377"/>
        </pc:sldMkLst>
      </pc:sldChg>
      <pc:sldChg chg="add">
        <pc:chgData name="Aqeel Hanslo" userId="S::aqeel.hanslo@wlvsolutions.co.za::a2080373-1dce-42f8-b824-cf42c786bb55" providerId="AD" clId="Web-{F6DC5C85-8E0A-7CFF-C3DF-B3C3EDE27019}" dt="2025-07-09T06:19:29.494" v="16"/>
        <pc:sldMkLst>
          <pc:docMk/>
          <pc:sldMk cId="1064258047" sldId="378"/>
        </pc:sldMkLst>
      </pc:sldChg>
    </pc:docChg>
  </pc:docChgLst>
  <pc:docChgLst>
    <pc:chgData name="Aqeel Hanslo" userId="S::aqeel.hanslo@wlvsolutions.co.za::a2080373-1dce-42f8-b824-cf42c786bb55" providerId="AD" clId="Web-{490EBA0C-EEFA-889D-39CB-9BE1B4CBC420}"/>
    <pc:docChg chg="modSld">
      <pc:chgData name="Aqeel Hanslo" userId="S::aqeel.hanslo@wlvsolutions.co.za::a2080373-1dce-42f8-b824-cf42c786bb55" providerId="AD" clId="Web-{490EBA0C-EEFA-889D-39CB-9BE1B4CBC420}" dt="2025-07-16T06:17:37.567" v="22" actId="14100"/>
      <pc:docMkLst>
        <pc:docMk/>
      </pc:docMkLst>
      <pc:sldChg chg="modSp">
        <pc:chgData name="Aqeel Hanslo" userId="S::aqeel.hanslo@wlvsolutions.co.za::a2080373-1dce-42f8-b824-cf42c786bb55" providerId="AD" clId="Web-{490EBA0C-EEFA-889D-39CB-9BE1B4CBC420}" dt="2025-07-16T06:15:09.565" v="1" actId="20577"/>
        <pc:sldMkLst>
          <pc:docMk/>
          <pc:sldMk cId="65055496" sldId="268"/>
        </pc:sldMkLst>
        <pc:spChg chg="mod">
          <ac:chgData name="Aqeel Hanslo" userId="S::aqeel.hanslo@wlvsolutions.co.za::a2080373-1dce-42f8-b824-cf42c786bb55" providerId="AD" clId="Web-{490EBA0C-EEFA-889D-39CB-9BE1B4CBC420}" dt="2025-07-16T06:15:09.565" v="1" actId="20577"/>
          <ac:spMkLst>
            <pc:docMk/>
            <pc:sldMk cId="65055496" sldId="268"/>
            <ac:spMk id="3" creationId="{2B84379A-07B3-8007-21DE-AF4E97AF9FF6}"/>
          </ac:spMkLst>
        </pc:spChg>
      </pc:sldChg>
      <pc:sldChg chg="addSp delSp modSp">
        <pc:chgData name="Aqeel Hanslo" userId="S::aqeel.hanslo@wlvsolutions.co.za::a2080373-1dce-42f8-b824-cf42c786bb55" providerId="AD" clId="Web-{490EBA0C-EEFA-889D-39CB-9BE1B4CBC420}" dt="2025-07-16T06:17:37.567" v="22" actId="14100"/>
        <pc:sldMkLst>
          <pc:docMk/>
          <pc:sldMk cId="1632013885" sldId="274"/>
        </pc:sldMkLst>
        <pc:picChg chg="add mod">
          <ac:chgData name="Aqeel Hanslo" userId="S::aqeel.hanslo@wlvsolutions.co.za::a2080373-1dce-42f8-b824-cf42c786bb55" providerId="AD" clId="Web-{490EBA0C-EEFA-889D-39CB-9BE1B4CBC420}" dt="2025-07-16T06:16:33.660" v="11" actId="14100"/>
          <ac:picMkLst>
            <pc:docMk/>
            <pc:sldMk cId="1632013885" sldId="274"/>
            <ac:picMk id="13" creationId="{3BFCCBC1-4D09-96A4-014B-C7542FCCF3CE}"/>
          </ac:picMkLst>
        </pc:picChg>
        <pc:picChg chg="add mod">
          <ac:chgData name="Aqeel Hanslo" userId="S::aqeel.hanslo@wlvsolutions.co.za::a2080373-1dce-42f8-b824-cf42c786bb55" providerId="AD" clId="Web-{490EBA0C-EEFA-889D-39CB-9BE1B4CBC420}" dt="2025-07-16T06:17:21.364" v="16" actId="1076"/>
          <ac:picMkLst>
            <pc:docMk/>
            <pc:sldMk cId="1632013885" sldId="274"/>
            <ac:picMk id="14" creationId="{C5EBBA87-B45D-2F79-38F9-5D4F6B71922B}"/>
          </ac:picMkLst>
        </pc:picChg>
        <pc:picChg chg="add mod">
          <ac:chgData name="Aqeel Hanslo" userId="S::aqeel.hanslo@wlvsolutions.co.za::a2080373-1dce-42f8-b824-cf42c786bb55" providerId="AD" clId="Web-{490EBA0C-EEFA-889D-39CB-9BE1B4CBC420}" dt="2025-07-16T06:17:37.567" v="22" actId="14100"/>
          <ac:picMkLst>
            <pc:docMk/>
            <pc:sldMk cId="1632013885" sldId="274"/>
            <ac:picMk id="15" creationId="{FAE4A9AA-D009-2638-3D0B-C7EB17771E0F}"/>
          </ac:picMkLst>
        </pc:picChg>
      </pc:sldChg>
    </pc:docChg>
  </pc:docChgLst>
  <pc:docChgLst>
    <pc:chgData name="Aqeel Hanslo" userId="S::aqeel.hanslo@wlvsolutions.co.za::a2080373-1dce-42f8-b824-cf42c786bb55" providerId="AD" clId="Web-{13F7A0E1-AB43-6ACA-B954-35018285FC12}"/>
    <pc:docChg chg="addSld delSld">
      <pc:chgData name="Aqeel Hanslo" userId="S::aqeel.hanslo@wlvsolutions.co.za::a2080373-1dce-42f8-b824-cf42c786bb55" providerId="AD" clId="Web-{13F7A0E1-AB43-6ACA-B954-35018285FC12}" dt="2025-07-09T06:22:47.196" v="9"/>
      <pc:docMkLst>
        <pc:docMk/>
      </pc:docMkLst>
      <pc:sldChg chg="del">
        <pc:chgData name="Aqeel Hanslo" userId="S::aqeel.hanslo@wlvsolutions.co.za::a2080373-1dce-42f8-b824-cf42c786bb55" providerId="AD" clId="Web-{13F7A0E1-AB43-6ACA-B954-35018285FC12}" dt="2025-07-09T06:21:40.991" v="1"/>
        <pc:sldMkLst>
          <pc:docMk/>
          <pc:sldMk cId="2199372498" sldId="281"/>
        </pc:sldMkLst>
      </pc:sldChg>
      <pc:sldChg chg="del">
        <pc:chgData name="Aqeel Hanslo" userId="S::aqeel.hanslo@wlvsolutions.co.za::a2080373-1dce-42f8-b824-cf42c786bb55" providerId="AD" clId="Web-{13F7A0E1-AB43-6ACA-B954-35018285FC12}" dt="2025-07-09T06:21:34.726" v="0"/>
        <pc:sldMkLst>
          <pc:docMk/>
          <pc:sldMk cId="2571659932" sldId="294"/>
        </pc:sldMkLst>
      </pc:sldChg>
      <pc:sldChg chg="del">
        <pc:chgData name="Aqeel Hanslo" userId="S::aqeel.hanslo@wlvsolutions.co.za::a2080373-1dce-42f8-b824-cf42c786bb55" providerId="AD" clId="Web-{13F7A0E1-AB43-6ACA-B954-35018285FC12}" dt="2025-07-09T06:22:42.680" v="3"/>
        <pc:sldMkLst>
          <pc:docMk/>
          <pc:sldMk cId="832479184" sldId="324"/>
        </pc:sldMkLst>
      </pc:sldChg>
      <pc:sldChg chg="del">
        <pc:chgData name="Aqeel Hanslo" userId="S::aqeel.hanslo@wlvsolutions.co.za::a2080373-1dce-42f8-b824-cf42c786bb55" providerId="AD" clId="Web-{13F7A0E1-AB43-6ACA-B954-35018285FC12}" dt="2025-07-09T06:22:42.680" v="2"/>
        <pc:sldMkLst>
          <pc:docMk/>
          <pc:sldMk cId="3994808165" sldId="359"/>
        </pc:sldMkLst>
      </pc:sldChg>
      <pc:sldChg chg="add">
        <pc:chgData name="Aqeel Hanslo" userId="S::aqeel.hanslo@wlvsolutions.co.za::a2080373-1dce-42f8-b824-cf42c786bb55" providerId="AD" clId="Web-{13F7A0E1-AB43-6ACA-B954-35018285FC12}" dt="2025-07-09T06:22:47.196" v="9"/>
        <pc:sldMkLst>
          <pc:docMk/>
          <pc:sldMk cId="2995072186" sldId="362"/>
        </pc:sldMkLst>
      </pc:sldChg>
      <pc:sldChg chg="del">
        <pc:chgData name="Aqeel Hanslo" userId="S::aqeel.hanslo@wlvsolutions.co.za::a2080373-1dce-42f8-b824-cf42c786bb55" providerId="AD" clId="Web-{13F7A0E1-AB43-6ACA-B954-35018285FC12}" dt="2025-07-09T06:22:42.696" v="8"/>
        <pc:sldMkLst>
          <pc:docMk/>
          <pc:sldMk cId="3313637456" sldId="369"/>
        </pc:sldMkLst>
      </pc:sldChg>
      <pc:sldChg chg="del">
        <pc:chgData name="Aqeel Hanslo" userId="S::aqeel.hanslo@wlvsolutions.co.za::a2080373-1dce-42f8-b824-cf42c786bb55" providerId="AD" clId="Web-{13F7A0E1-AB43-6ACA-B954-35018285FC12}" dt="2025-07-09T06:22:42.696" v="7"/>
        <pc:sldMkLst>
          <pc:docMk/>
          <pc:sldMk cId="1729116551" sldId="370"/>
        </pc:sldMkLst>
      </pc:sldChg>
      <pc:sldChg chg="del">
        <pc:chgData name="Aqeel Hanslo" userId="S::aqeel.hanslo@wlvsolutions.co.za::a2080373-1dce-42f8-b824-cf42c786bb55" providerId="AD" clId="Web-{13F7A0E1-AB43-6ACA-B954-35018285FC12}" dt="2025-07-09T06:22:42.680" v="6"/>
        <pc:sldMkLst>
          <pc:docMk/>
          <pc:sldMk cId="2708699287" sldId="371"/>
        </pc:sldMkLst>
      </pc:sldChg>
      <pc:sldChg chg="del">
        <pc:chgData name="Aqeel Hanslo" userId="S::aqeel.hanslo@wlvsolutions.co.za::a2080373-1dce-42f8-b824-cf42c786bb55" providerId="AD" clId="Web-{13F7A0E1-AB43-6ACA-B954-35018285FC12}" dt="2025-07-09T06:22:42.680" v="5"/>
        <pc:sldMkLst>
          <pc:docMk/>
          <pc:sldMk cId="2591706532" sldId="372"/>
        </pc:sldMkLst>
      </pc:sldChg>
      <pc:sldChg chg="del">
        <pc:chgData name="Aqeel Hanslo" userId="S::aqeel.hanslo@wlvsolutions.co.za::a2080373-1dce-42f8-b824-cf42c786bb55" providerId="AD" clId="Web-{13F7A0E1-AB43-6ACA-B954-35018285FC12}" dt="2025-07-09T06:22:42.680" v="4"/>
        <pc:sldMkLst>
          <pc:docMk/>
          <pc:sldMk cId="419451590" sldId="373"/>
        </pc:sldMkLst>
      </pc:sldChg>
    </pc:docChg>
  </pc:docChgLst>
  <pc:docChgLst>
    <pc:chgData name="Aqeel Hanslo" userId="S::aqeel.hanslo@wlvsolutions.co.za::a2080373-1dce-42f8-b824-cf42c786bb55" providerId="AD" clId="Web-{BD6CB497-9C5E-911A-5C0A-BB02A6A3B7B0}"/>
    <pc:docChg chg="addSld delSld">
      <pc:chgData name="Aqeel Hanslo" userId="S::aqeel.hanslo@wlvsolutions.co.za::a2080373-1dce-42f8-b824-cf42c786bb55" providerId="AD" clId="Web-{BD6CB497-9C5E-911A-5C0A-BB02A6A3B7B0}" dt="2025-07-09T06:21:26.261" v="15"/>
      <pc:docMkLst>
        <pc:docMk/>
      </pc:docMkLst>
      <pc:sldChg chg="del">
        <pc:chgData name="Aqeel Hanslo" userId="S::aqeel.hanslo@wlvsolutions.co.za::a2080373-1dce-42f8-b824-cf42c786bb55" providerId="AD" clId="Web-{BD6CB497-9C5E-911A-5C0A-BB02A6A3B7B0}" dt="2025-07-09T06:21:13.386" v="9"/>
        <pc:sldMkLst>
          <pc:docMk/>
          <pc:sldMk cId="517067343" sldId="280"/>
        </pc:sldMkLst>
      </pc:sldChg>
      <pc:sldChg chg="add">
        <pc:chgData name="Aqeel Hanslo" userId="S::aqeel.hanslo@wlvsolutions.co.za::a2080373-1dce-42f8-b824-cf42c786bb55" providerId="AD" clId="Web-{BD6CB497-9C5E-911A-5C0A-BB02A6A3B7B0}" dt="2025-07-09T06:21:15.605" v="14"/>
        <pc:sldMkLst>
          <pc:docMk/>
          <pc:sldMk cId="3535253009" sldId="280"/>
        </pc:sldMkLst>
      </pc:sldChg>
      <pc:sldChg chg="del">
        <pc:chgData name="Aqeel Hanslo" userId="S::aqeel.hanslo@wlvsolutions.co.za::a2080373-1dce-42f8-b824-cf42c786bb55" providerId="AD" clId="Web-{BD6CB497-9C5E-911A-5C0A-BB02A6A3B7B0}" dt="2025-07-09T06:21:13.386" v="8"/>
        <pc:sldMkLst>
          <pc:docMk/>
          <pc:sldMk cId="1066240480" sldId="281"/>
        </pc:sldMkLst>
      </pc:sldChg>
      <pc:sldChg chg="add">
        <pc:chgData name="Aqeel Hanslo" userId="S::aqeel.hanslo@wlvsolutions.co.za::a2080373-1dce-42f8-b824-cf42c786bb55" providerId="AD" clId="Web-{BD6CB497-9C5E-911A-5C0A-BB02A6A3B7B0}" dt="2025-07-09T06:21:15.589" v="13"/>
        <pc:sldMkLst>
          <pc:docMk/>
          <pc:sldMk cId="2199372498" sldId="281"/>
        </pc:sldMkLst>
      </pc:sldChg>
      <pc:sldChg chg="del">
        <pc:chgData name="Aqeel Hanslo" userId="S::aqeel.hanslo@wlvsolutions.co.za::a2080373-1dce-42f8-b824-cf42c786bb55" providerId="AD" clId="Web-{BD6CB497-9C5E-911A-5C0A-BB02A6A3B7B0}" dt="2025-07-09T06:21:13.386" v="7"/>
        <pc:sldMkLst>
          <pc:docMk/>
          <pc:sldMk cId="3672632152" sldId="282"/>
        </pc:sldMkLst>
      </pc:sldChg>
      <pc:sldChg chg="add">
        <pc:chgData name="Aqeel Hanslo" userId="S::aqeel.hanslo@wlvsolutions.co.za::a2080373-1dce-42f8-b824-cf42c786bb55" providerId="AD" clId="Web-{BD6CB497-9C5E-911A-5C0A-BB02A6A3B7B0}" dt="2025-07-09T06:20:11.948" v="1"/>
        <pc:sldMkLst>
          <pc:docMk/>
          <pc:sldMk cId="971242444" sldId="284"/>
        </pc:sldMkLst>
      </pc:sldChg>
      <pc:sldChg chg="del">
        <pc:chgData name="Aqeel Hanslo" userId="S::aqeel.hanslo@wlvsolutions.co.za::a2080373-1dce-42f8-b824-cf42c786bb55" providerId="AD" clId="Web-{BD6CB497-9C5E-911A-5C0A-BB02A6A3B7B0}" dt="2025-07-09T06:21:13.386" v="10"/>
        <pc:sldMkLst>
          <pc:docMk/>
          <pc:sldMk cId="556238090" sldId="350"/>
        </pc:sldMkLst>
      </pc:sldChg>
      <pc:sldChg chg="del">
        <pc:chgData name="Aqeel Hanslo" userId="S::aqeel.hanslo@wlvsolutions.co.za::a2080373-1dce-42f8-b824-cf42c786bb55" providerId="AD" clId="Web-{BD6CB497-9C5E-911A-5C0A-BB02A6A3B7B0}" dt="2025-07-09T06:21:13.402" v="11"/>
        <pc:sldMkLst>
          <pc:docMk/>
          <pc:sldMk cId="4130575851" sldId="353"/>
        </pc:sldMkLst>
      </pc:sldChg>
      <pc:sldChg chg="add del">
        <pc:chgData name="Aqeel Hanslo" userId="S::aqeel.hanslo@wlvsolutions.co.za::a2080373-1dce-42f8-b824-cf42c786bb55" providerId="AD" clId="Web-{BD6CB497-9C5E-911A-5C0A-BB02A6A3B7B0}" dt="2025-07-09T06:20:40.995" v="6"/>
        <pc:sldMkLst>
          <pc:docMk/>
          <pc:sldMk cId="932198423" sldId="361"/>
        </pc:sldMkLst>
      </pc:sldChg>
      <pc:sldChg chg="del">
        <pc:chgData name="Aqeel Hanslo" userId="S::aqeel.hanslo@wlvsolutions.co.za::a2080373-1dce-42f8-b824-cf42c786bb55" providerId="AD" clId="Web-{BD6CB497-9C5E-911A-5C0A-BB02A6A3B7B0}" dt="2025-07-09T06:20:14.604" v="2"/>
        <pc:sldMkLst>
          <pc:docMk/>
          <pc:sldMk cId="669637182" sldId="375"/>
        </pc:sldMkLst>
      </pc:sldChg>
      <pc:sldChg chg="del">
        <pc:chgData name="Aqeel Hanslo" userId="S::aqeel.hanslo@wlvsolutions.co.za::a2080373-1dce-42f8-b824-cf42c786bb55" providerId="AD" clId="Web-{BD6CB497-9C5E-911A-5C0A-BB02A6A3B7B0}" dt="2025-07-09T06:20:39.058" v="4"/>
        <pc:sldMkLst>
          <pc:docMk/>
          <pc:sldMk cId="2572318266" sldId="376"/>
        </pc:sldMkLst>
      </pc:sldChg>
      <pc:sldChg chg="del">
        <pc:chgData name="Aqeel Hanslo" userId="S::aqeel.hanslo@wlvsolutions.co.za::a2080373-1dce-42f8-b824-cf42c786bb55" providerId="AD" clId="Web-{BD6CB497-9C5E-911A-5C0A-BB02A6A3B7B0}" dt="2025-07-09T06:19:46.807" v="0"/>
        <pc:sldMkLst>
          <pc:docMk/>
          <pc:sldMk cId="3916484628" sldId="377"/>
        </pc:sldMkLst>
      </pc:sldChg>
      <pc:sldChg chg="add">
        <pc:chgData name="Aqeel Hanslo" userId="S::aqeel.hanslo@wlvsolutions.co.za::a2080373-1dce-42f8-b824-cf42c786bb55" providerId="AD" clId="Web-{BD6CB497-9C5E-911A-5C0A-BB02A6A3B7B0}" dt="2025-07-09T06:20:40.979" v="5"/>
        <pc:sldMkLst>
          <pc:docMk/>
          <pc:sldMk cId="528988673" sldId="379"/>
        </pc:sldMkLst>
      </pc:sldChg>
      <pc:sldChg chg="add">
        <pc:chgData name="Aqeel Hanslo" userId="S::aqeel.hanslo@wlvsolutions.co.za::a2080373-1dce-42f8-b824-cf42c786bb55" providerId="AD" clId="Web-{BD6CB497-9C5E-911A-5C0A-BB02A6A3B7B0}" dt="2025-07-09T06:21:15.574" v="12"/>
        <pc:sldMkLst>
          <pc:docMk/>
          <pc:sldMk cId="4130575851" sldId="380"/>
        </pc:sldMkLst>
      </pc:sldChg>
      <pc:sldChg chg="add">
        <pc:chgData name="Aqeel Hanslo" userId="S::aqeel.hanslo@wlvsolutions.co.za::a2080373-1dce-42f8-b824-cf42c786bb55" providerId="AD" clId="Web-{BD6CB497-9C5E-911A-5C0A-BB02A6A3B7B0}" dt="2025-07-09T06:21:26.261" v="15"/>
        <pc:sldMkLst>
          <pc:docMk/>
          <pc:sldMk cId="1985320361" sldId="381"/>
        </pc:sldMkLst>
      </pc:sldChg>
    </pc:docChg>
  </pc:docChgLst>
  <pc:docChgLst>
    <pc:chgData name="Aqeel Hanslo" userId="S::aqeel.hanslo@wlvsolutions.co.za::a2080373-1dce-42f8-b824-cf42c786bb55" providerId="AD" clId="Web-{066A937D-8F07-DBD5-31D3-51B713F93089}"/>
    <pc:docChg chg="modSld">
      <pc:chgData name="Aqeel Hanslo" userId="S::aqeel.hanslo@wlvsolutions.co.za::a2080373-1dce-42f8-b824-cf42c786bb55" providerId="AD" clId="Web-{066A937D-8F07-DBD5-31D3-51B713F93089}" dt="2025-07-21T06:53:40.055" v="13" actId="1076"/>
      <pc:docMkLst>
        <pc:docMk/>
      </pc:docMkLst>
      <pc:sldChg chg="modSp">
        <pc:chgData name="Aqeel Hanslo" userId="S::aqeel.hanslo@wlvsolutions.co.za::a2080373-1dce-42f8-b824-cf42c786bb55" providerId="AD" clId="Web-{066A937D-8F07-DBD5-31D3-51B713F93089}" dt="2025-07-21T06:53:17.351" v="2" actId="20577"/>
        <pc:sldMkLst>
          <pc:docMk/>
          <pc:sldMk cId="65055496" sldId="268"/>
        </pc:sldMkLst>
        <pc:spChg chg="mod">
          <ac:chgData name="Aqeel Hanslo" userId="S::aqeel.hanslo@wlvsolutions.co.za::a2080373-1dce-42f8-b824-cf42c786bb55" providerId="AD" clId="Web-{066A937D-8F07-DBD5-31D3-51B713F93089}" dt="2025-07-21T06:53:17.351" v="2" actId="20577"/>
          <ac:spMkLst>
            <pc:docMk/>
            <pc:sldMk cId="65055496" sldId="268"/>
            <ac:spMk id="3" creationId="{2B84379A-07B3-8007-21DE-AF4E97AF9FF6}"/>
          </ac:spMkLst>
        </pc:spChg>
      </pc:sldChg>
      <pc:sldChg chg="delSp modSp">
        <pc:chgData name="Aqeel Hanslo" userId="S::aqeel.hanslo@wlvsolutions.co.za::a2080373-1dce-42f8-b824-cf42c786bb55" providerId="AD" clId="Web-{066A937D-8F07-DBD5-31D3-51B713F93089}" dt="2025-07-21T06:53:31.758" v="9" actId="14100"/>
        <pc:sldMkLst>
          <pc:docMk/>
          <pc:sldMk cId="1632013885" sldId="274"/>
        </pc:sldMkLst>
        <pc:picChg chg="mod">
          <ac:chgData name="Aqeel Hanslo" userId="S::aqeel.hanslo@wlvsolutions.co.za::a2080373-1dce-42f8-b824-cf42c786bb55" providerId="AD" clId="Web-{066A937D-8F07-DBD5-31D3-51B713F93089}" dt="2025-07-21T06:53:29.226" v="6" actId="1076"/>
          <ac:picMkLst>
            <pc:docMk/>
            <pc:sldMk cId="1632013885" sldId="274"/>
            <ac:picMk id="13" creationId="{3BFCCBC1-4D09-96A4-014B-C7542FCCF3CE}"/>
          </ac:picMkLst>
        </pc:picChg>
        <pc:picChg chg="mod">
          <ac:chgData name="Aqeel Hanslo" userId="S::aqeel.hanslo@wlvsolutions.co.za::a2080373-1dce-42f8-b824-cf42c786bb55" providerId="AD" clId="Web-{066A937D-8F07-DBD5-31D3-51B713F93089}" dt="2025-07-21T06:53:29.242" v="7" actId="1076"/>
          <ac:picMkLst>
            <pc:docMk/>
            <pc:sldMk cId="1632013885" sldId="274"/>
            <ac:picMk id="14" creationId="{C5EBBA87-B45D-2F79-38F9-5D4F6B71922B}"/>
          </ac:picMkLst>
        </pc:picChg>
        <pc:picChg chg="mod">
          <ac:chgData name="Aqeel Hanslo" userId="S::aqeel.hanslo@wlvsolutions.co.za::a2080373-1dce-42f8-b824-cf42c786bb55" providerId="AD" clId="Web-{066A937D-8F07-DBD5-31D3-51B713F93089}" dt="2025-07-21T06:53:31.758" v="9" actId="14100"/>
          <ac:picMkLst>
            <pc:docMk/>
            <pc:sldMk cId="1632013885" sldId="274"/>
            <ac:picMk id="15" creationId="{FAE4A9AA-D009-2638-3D0B-C7EB17771E0F}"/>
          </ac:picMkLst>
        </pc:picChg>
      </pc:sldChg>
      <pc:sldChg chg="delSp modSp">
        <pc:chgData name="Aqeel Hanslo" userId="S::aqeel.hanslo@wlvsolutions.co.za::a2080373-1dce-42f8-b824-cf42c786bb55" providerId="AD" clId="Web-{066A937D-8F07-DBD5-31D3-51B713F93089}" dt="2025-07-21T06:53:40.055" v="13" actId="1076"/>
        <pc:sldMkLst>
          <pc:docMk/>
          <pc:sldMk cId="2464010404" sldId="338"/>
        </pc:sldMkLst>
        <pc:picChg chg="mod">
          <ac:chgData name="Aqeel Hanslo" userId="S::aqeel.hanslo@wlvsolutions.co.za::a2080373-1dce-42f8-b824-cf42c786bb55" providerId="AD" clId="Web-{066A937D-8F07-DBD5-31D3-51B713F93089}" dt="2025-07-21T06:53:40.039" v="12" actId="1076"/>
          <ac:picMkLst>
            <pc:docMk/>
            <pc:sldMk cId="2464010404" sldId="338"/>
            <ac:picMk id="3" creationId="{91E6BC04-8F21-ABB1-324B-5A66ABFDB4CB}"/>
          </ac:picMkLst>
        </pc:picChg>
        <pc:picChg chg="mod">
          <ac:chgData name="Aqeel Hanslo" userId="S::aqeel.hanslo@wlvsolutions.co.za::a2080373-1dce-42f8-b824-cf42c786bb55" providerId="AD" clId="Web-{066A937D-8F07-DBD5-31D3-51B713F93089}" dt="2025-07-21T06:53:40.055" v="13" actId="1076"/>
          <ac:picMkLst>
            <pc:docMk/>
            <pc:sldMk cId="2464010404" sldId="338"/>
            <ac:picMk id="10" creationId="{A069E675-7CDF-6BC2-1438-FF8D835A0803}"/>
          </ac:picMkLst>
        </pc:picChg>
      </pc:sldChg>
    </pc:docChg>
  </pc:docChgLst>
  <pc:docChgLst>
    <pc:chgData name="Aqeel Hanslo" userId="S::aqeel.hanslo@wlvsolutions.co.za::a2080373-1dce-42f8-b824-cf42c786bb55" providerId="AD" clId="Web-{0AB84248-97AE-A13F-B057-BC4CEF6D0BF5}"/>
    <pc:docChg chg="addSld delSld modSld">
      <pc:chgData name="Aqeel Hanslo" userId="S::aqeel.hanslo@wlvsolutions.co.za::a2080373-1dce-42f8-b824-cf42c786bb55" providerId="AD" clId="Web-{0AB84248-97AE-A13F-B057-BC4CEF6D0BF5}" dt="2025-07-23T06:59:31.068" v="36"/>
      <pc:docMkLst>
        <pc:docMk/>
      </pc:docMkLst>
      <pc:sldChg chg="addSp modSp">
        <pc:chgData name="Aqeel Hanslo" userId="S::aqeel.hanslo@wlvsolutions.co.za::a2080373-1dce-42f8-b824-cf42c786bb55" providerId="AD" clId="Web-{0AB84248-97AE-A13F-B057-BC4CEF6D0BF5}" dt="2025-07-23T06:15:24.065" v="12" actId="14100"/>
        <pc:sldMkLst>
          <pc:docMk/>
          <pc:sldMk cId="1632013885" sldId="274"/>
        </pc:sldMkLst>
        <pc:picChg chg="add mod">
          <ac:chgData name="Aqeel Hanslo" userId="S::aqeel.hanslo@wlvsolutions.co.za::a2080373-1dce-42f8-b824-cf42c786bb55" providerId="AD" clId="Web-{0AB84248-97AE-A13F-B057-BC4CEF6D0BF5}" dt="2025-07-23T06:14:29.689" v="3" actId="14100"/>
          <ac:picMkLst>
            <pc:docMk/>
            <pc:sldMk cId="1632013885" sldId="274"/>
            <ac:picMk id="3" creationId="{235E40DA-674A-37CB-BAC1-08D69E7D27C3}"/>
          </ac:picMkLst>
        </pc:picChg>
        <pc:picChg chg="add mod">
          <ac:chgData name="Aqeel Hanslo" userId="S::aqeel.hanslo@wlvsolutions.co.za::a2080373-1dce-42f8-b824-cf42c786bb55" providerId="AD" clId="Web-{0AB84248-97AE-A13F-B057-BC4CEF6D0BF5}" dt="2025-07-23T06:15:24.065" v="12" actId="14100"/>
          <ac:picMkLst>
            <pc:docMk/>
            <pc:sldMk cId="1632013885" sldId="274"/>
            <ac:picMk id="4" creationId="{E4A52193-2AB7-0A4D-46AF-3B2C45F40796}"/>
          </ac:picMkLst>
        </pc:picChg>
        <pc:picChg chg="add mod">
          <ac:chgData name="Aqeel Hanslo" userId="S::aqeel.hanslo@wlvsolutions.co.za::a2080373-1dce-42f8-b824-cf42c786bb55" providerId="AD" clId="Web-{0AB84248-97AE-A13F-B057-BC4CEF6D0BF5}" dt="2025-07-23T06:15:20.362" v="11" actId="14100"/>
          <ac:picMkLst>
            <pc:docMk/>
            <pc:sldMk cId="1632013885" sldId="274"/>
            <ac:picMk id="5" creationId="{145C0E9D-40CE-864E-C287-54F8C76D3B35}"/>
          </ac:picMkLst>
        </pc:picChg>
      </pc:sldChg>
      <pc:sldChg chg="add">
        <pc:chgData name="Aqeel Hanslo" userId="S::aqeel.hanslo@wlvsolutions.co.za::a2080373-1dce-42f8-b824-cf42c786bb55" providerId="AD" clId="Web-{0AB84248-97AE-A13F-B057-BC4CEF6D0BF5}" dt="2025-07-23T06:59:13.349" v="34"/>
        <pc:sldMkLst>
          <pc:docMk/>
          <pc:sldMk cId="3535253009" sldId="280"/>
        </pc:sldMkLst>
      </pc:sldChg>
      <pc:sldChg chg="del">
        <pc:chgData name="Aqeel Hanslo" userId="S::aqeel.hanslo@wlvsolutions.co.za::a2080373-1dce-42f8-b824-cf42c786bb55" providerId="AD" clId="Web-{0AB84248-97AE-A13F-B057-BC4CEF6D0BF5}" dt="2025-07-23T06:58:43.958" v="24"/>
        <pc:sldMkLst>
          <pc:docMk/>
          <pc:sldMk cId="2199372498" sldId="281"/>
        </pc:sldMkLst>
      </pc:sldChg>
      <pc:sldChg chg="addSp modSp">
        <pc:chgData name="Aqeel Hanslo" userId="S::aqeel.hanslo@wlvsolutions.co.za::a2080373-1dce-42f8-b824-cf42c786bb55" providerId="AD" clId="Web-{0AB84248-97AE-A13F-B057-BC4CEF6D0BF5}" dt="2025-07-23T06:21:30.963" v="22" actId="14100"/>
        <pc:sldMkLst>
          <pc:docMk/>
          <pc:sldMk cId="2464010404" sldId="338"/>
        </pc:sldMkLst>
        <pc:picChg chg="add mod">
          <ac:chgData name="Aqeel Hanslo" userId="S::aqeel.hanslo@wlvsolutions.co.za::a2080373-1dce-42f8-b824-cf42c786bb55" providerId="AD" clId="Web-{0AB84248-97AE-A13F-B057-BC4CEF6D0BF5}" dt="2025-07-23T06:19:12.507" v="16" actId="14100"/>
          <ac:picMkLst>
            <pc:docMk/>
            <pc:sldMk cId="2464010404" sldId="338"/>
            <ac:picMk id="5" creationId="{C6C79046-5768-5A3A-1922-A71A1604B677}"/>
          </ac:picMkLst>
        </pc:picChg>
        <pc:picChg chg="add mod">
          <ac:chgData name="Aqeel Hanslo" userId="S::aqeel.hanslo@wlvsolutions.co.za::a2080373-1dce-42f8-b824-cf42c786bb55" providerId="AD" clId="Web-{0AB84248-97AE-A13F-B057-BC4CEF6D0BF5}" dt="2025-07-23T06:21:30.963" v="22" actId="14100"/>
          <ac:picMkLst>
            <pc:docMk/>
            <pc:sldMk cId="2464010404" sldId="338"/>
            <ac:picMk id="7" creationId="{A448B27F-56BE-1A02-26B6-60526A12DE0A}"/>
          </ac:picMkLst>
        </pc:picChg>
      </pc:sldChg>
      <pc:sldChg chg="addSp delSp modSp">
        <pc:chgData name="Aqeel Hanslo" userId="S::aqeel.hanslo@wlvsolutions.co.za::a2080373-1dce-42f8-b824-cf42c786bb55" providerId="AD" clId="Web-{0AB84248-97AE-A13F-B057-BC4CEF6D0BF5}" dt="2025-07-23T06:58:59.521" v="33"/>
        <pc:sldMkLst>
          <pc:docMk/>
          <pc:sldMk cId="1272915427" sldId="357"/>
        </pc:sldMkLst>
        <pc:spChg chg="add del mod">
          <ac:chgData name="Aqeel Hanslo" userId="S::aqeel.hanslo@wlvsolutions.co.za::a2080373-1dce-42f8-b824-cf42c786bb55" providerId="AD" clId="Web-{0AB84248-97AE-A13F-B057-BC4CEF6D0BF5}" dt="2025-07-23T06:58:51.317" v="29"/>
          <ac:spMkLst>
            <pc:docMk/>
            <pc:sldMk cId="1272915427" sldId="357"/>
            <ac:spMk id="5" creationId="{B1FD7A83-6FC9-4B54-F2AB-764FF722F26C}"/>
          </ac:spMkLst>
        </pc:spChg>
        <pc:spChg chg="add del mod">
          <ac:chgData name="Aqeel Hanslo" userId="S::aqeel.hanslo@wlvsolutions.co.za::a2080373-1dce-42f8-b824-cf42c786bb55" providerId="AD" clId="Web-{0AB84248-97AE-A13F-B057-BC4CEF6D0BF5}" dt="2025-07-23T06:58:59.521" v="33"/>
          <ac:spMkLst>
            <pc:docMk/>
            <pc:sldMk cId="1272915427" sldId="357"/>
            <ac:spMk id="7" creationId="{9E520C71-01AC-C8B8-D13F-8745D9066B08}"/>
          </ac:spMkLst>
        </pc:spChg>
      </pc:sldChg>
      <pc:sldChg chg="add">
        <pc:chgData name="Aqeel Hanslo" userId="S::aqeel.hanslo@wlvsolutions.co.za::a2080373-1dce-42f8-b824-cf42c786bb55" providerId="AD" clId="Web-{0AB84248-97AE-A13F-B057-BC4CEF6D0BF5}" dt="2025-07-23T06:59:22.740" v="35"/>
        <pc:sldMkLst>
          <pc:docMk/>
          <pc:sldMk cId="1891935235" sldId="380"/>
        </pc:sldMkLst>
      </pc:sldChg>
      <pc:sldChg chg="add">
        <pc:chgData name="Aqeel Hanslo" userId="S::aqeel.hanslo@wlvsolutions.co.za::a2080373-1dce-42f8-b824-cf42c786bb55" providerId="AD" clId="Web-{0AB84248-97AE-A13F-B057-BC4CEF6D0BF5}" dt="2025-07-23T06:59:31.068" v="36"/>
        <pc:sldMkLst>
          <pc:docMk/>
          <pc:sldMk cId="1177520650" sldId="381"/>
        </pc:sldMkLst>
      </pc:sldChg>
      <pc:sldChg chg="del">
        <pc:chgData name="Aqeel Hanslo" userId="S::aqeel.hanslo@wlvsolutions.co.za::a2080373-1dce-42f8-b824-cf42c786bb55" providerId="AD" clId="Web-{0AB84248-97AE-A13F-B057-BC4CEF6D0BF5}" dt="2025-07-23T06:58:43.958" v="25"/>
        <pc:sldMkLst>
          <pc:docMk/>
          <pc:sldMk cId="1717059667" sldId="382"/>
        </pc:sldMkLst>
      </pc:sldChg>
      <pc:sldChg chg="del">
        <pc:chgData name="Aqeel Hanslo" userId="S::aqeel.hanslo@wlvsolutions.co.za::a2080373-1dce-42f8-b824-cf42c786bb55" providerId="AD" clId="Web-{0AB84248-97AE-A13F-B057-BC4CEF6D0BF5}" dt="2025-07-23T06:58:43.942" v="23"/>
        <pc:sldMkLst>
          <pc:docMk/>
          <pc:sldMk cId="1993144298" sldId="383"/>
        </pc:sldMkLst>
      </pc:sldChg>
    </pc:docChg>
  </pc:docChgLst>
  <pc:docChgLst>
    <pc:chgData name="Yusri Nelson" userId="S::yusri.nelson@wlvsolutions.co.za::f8005c9d-c0da-46ad-83bf-898413c363c9" providerId="AD" clId="Web-{790F289C-C73B-8B0A-342A-86A615B3E2BD}"/>
    <pc:docChg chg="addSld delSld">
      <pc:chgData name="Yusri Nelson" userId="S::yusri.nelson@wlvsolutions.co.za::f8005c9d-c0da-46ad-83bf-898413c363c9" providerId="AD" clId="Web-{790F289C-C73B-8B0A-342A-86A615B3E2BD}" dt="2025-04-22T08:49:36.508" v="8"/>
      <pc:docMkLst>
        <pc:docMk/>
      </pc:docMkLst>
      <pc:sldChg chg="del">
        <pc:chgData name="Yusri Nelson" userId="S::yusri.nelson@wlvsolutions.co.za::f8005c9d-c0da-46ad-83bf-898413c363c9" providerId="AD" clId="Web-{790F289C-C73B-8B0A-342A-86A615B3E2BD}" dt="2025-04-22T08:45:03.145" v="1"/>
        <pc:sldMkLst>
          <pc:docMk/>
          <pc:sldMk cId="971242444" sldId="284"/>
        </pc:sldMkLst>
      </pc:sldChg>
      <pc:sldChg chg="del">
        <pc:chgData name="Yusri Nelson" userId="S::yusri.nelson@wlvsolutions.co.za::f8005c9d-c0da-46ad-83bf-898413c363c9" providerId="AD" clId="Web-{790F289C-C73B-8B0A-342A-86A615B3E2BD}" dt="2025-04-22T08:49:31.352" v="6"/>
        <pc:sldMkLst>
          <pc:docMk/>
          <pc:sldMk cId="477914530" sldId="290"/>
        </pc:sldMkLst>
      </pc:sldChg>
      <pc:sldChg chg="del">
        <pc:chgData name="Yusri Nelson" userId="S::yusri.nelson@wlvsolutions.co.za::f8005c9d-c0da-46ad-83bf-898413c363c9" providerId="AD" clId="Web-{790F289C-C73B-8B0A-342A-86A615B3E2BD}" dt="2025-04-22T08:49:36.508" v="8"/>
        <pc:sldMkLst>
          <pc:docMk/>
          <pc:sldMk cId="3806841555" sldId="292"/>
        </pc:sldMkLst>
      </pc:sldChg>
      <pc:sldChg chg="add">
        <pc:chgData name="Yusri Nelson" userId="S::yusri.nelson@wlvsolutions.co.za::f8005c9d-c0da-46ad-83bf-898413c363c9" providerId="AD" clId="Web-{790F289C-C73B-8B0A-342A-86A615B3E2BD}" dt="2025-04-22T08:45:31.755" v="3"/>
        <pc:sldMkLst>
          <pc:docMk/>
          <pc:sldMk cId="932198423" sldId="361"/>
        </pc:sldMkLst>
      </pc:sldChg>
      <pc:sldChg chg="del">
        <pc:chgData name="Yusri Nelson" userId="S::yusri.nelson@wlvsolutions.co.za::f8005c9d-c0da-46ad-83bf-898413c363c9" providerId="AD" clId="Web-{790F289C-C73B-8B0A-342A-86A615B3E2BD}" dt="2025-04-22T08:45:37.114" v="5"/>
        <pc:sldMkLst>
          <pc:docMk/>
          <pc:sldMk cId="2153459515" sldId="365"/>
        </pc:sldMkLst>
      </pc:sldChg>
      <pc:sldChg chg="del">
        <pc:chgData name="Yusri Nelson" userId="S::yusri.nelson@wlvsolutions.co.za::f8005c9d-c0da-46ad-83bf-898413c363c9" providerId="AD" clId="Web-{790F289C-C73B-8B0A-342A-86A615B3E2BD}" dt="2025-04-22T08:45:36.083" v="4"/>
        <pc:sldMkLst>
          <pc:docMk/>
          <pc:sldMk cId="250775284" sldId="367"/>
        </pc:sldMkLst>
      </pc:sldChg>
      <pc:sldChg chg="del">
        <pc:chgData name="Yusri Nelson" userId="S::yusri.nelson@wlvsolutions.co.za::f8005c9d-c0da-46ad-83bf-898413c363c9" providerId="AD" clId="Web-{790F289C-C73B-8B0A-342A-86A615B3E2BD}" dt="2025-04-22T08:49:32.383" v="7"/>
        <pc:sldMkLst>
          <pc:docMk/>
          <pc:sldMk cId="4061312109" sldId="368"/>
        </pc:sldMkLst>
      </pc:sldChg>
      <pc:sldChg chg="add">
        <pc:chgData name="Yusri Nelson" userId="S::yusri.nelson@wlvsolutions.co.za::f8005c9d-c0da-46ad-83bf-898413c363c9" providerId="AD" clId="Web-{790F289C-C73B-8B0A-342A-86A615B3E2BD}" dt="2025-04-22T08:44:58.770" v="0"/>
        <pc:sldMkLst>
          <pc:docMk/>
          <pc:sldMk cId="669637182" sldId="375"/>
        </pc:sldMkLst>
      </pc:sldChg>
      <pc:sldChg chg="add">
        <pc:chgData name="Yusri Nelson" userId="S::yusri.nelson@wlvsolutions.co.za::f8005c9d-c0da-46ad-83bf-898413c363c9" providerId="AD" clId="Web-{790F289C-C73B-8B0A-342A-86A615B3E2BD}" dt="2025-04-22T08:45:31.739" v="2"/>
        <pc:sldMkLst>
          <pc:docMk/>
          <pc:sldMk cId="2572318266" sldId="376"/>
        </pc:sldMkLst>
      </pc:sldChg>
    </pc:docChg>
  </pc:docChgLst>
  <pc:docChgLst>
    <pc:chgData name="Aqeel Hanslo" userId="S::aqeel.hanslo@wlvsolutions.co.za::a2080373-1dce-42f8-b824-cf42c786bb55" providerId="AD" clId="Web-{5C0C46CA-C1AD-68C3-1E2C-C1A3D3B6464E}"/>
    <pc:docChg chg="addSld delSld modSld">
      <pc:chgData name="Aqeel Hanslo" userId="S::aqeel.hanslo@wlvsolutions.co.za::a2080373-1dce-42f8-b824-cf42c786bb55" providerId="AD" clId="Web-{5C0C46CA-C1AD-68C3-1E2C-C1A3D3B6464E}" dt="2025-07-16T07:00:14.942" v="65"/>
      <pc:docMkLst>
        <pc:docMk/>
      </pc:docMkLst>
      <pc:sldChg chg="del">
        <pc:chgData name="Aqeel Hanslo" userId="S::aqeel.hanslo@wlvsolutions.co.za::a2080373-1dce-42f8-b824-cf42c786bb55" providerId="AD" clId="Web-{5C0C46CA-C1AD-68C3-1E2C-C1A3D3B6464E}" dt="2025-07-16T07:00:14.942" v="63"/>
        <pc:sldMkLst>
          <pc:docMk/>
          <pc:sldMk cId="3535253009" sldId="280"/>
        </pc:sldMkLst>
      </pc:sldChg>
      <pc:sldChg chg="add">
        <pc:chgData name="Aqeel Hanslo" userId="S::aqeel.hanslo@wlvsolutions.co.za::a2080373-1dce-42f8-b824-cf42c786bb55" providerId="AD" clId="Web-{5C0C46CA-C1AD-68C3-1E2C-C1A3D3B6464E}" dt="2025-07-16T07:00:04.895" v="61"/>
        <pc:sldMkLst>
          <pc:docMk/>
          <pc:sldMk cId="2199372498" sldId="281"/>
        </pc:sldMkLst>
      </pc:sldChg>
      <pc:sldChg chg="addSp delSp modSp">
        <pc:chgData name="Aqeel Hanslo" userId="S::aqeel.hanslo@wlvsolutions.co.za::a2080373-1dce-42f8-b824-cf42c786bb55" providerId="AD" clId="Web-{5C0C46CA-C1AD-68C3-1E2C-C1A3D3B6464E}" dt="2025-07-16T06:25:50.930" v="13" actId="14100"/>
        <pc:sldMkLst>
          <pc:docMk/>
          <pc:sldMk cId="2464010404" sldId="338"/>
        </pc:sldMkLst>
        <pc:picChg chg="add mod">
          <ac:chgData name="Aqeel Hanslo" userId="S::aqeel.hanslo@wlvsolutions.co.za::a2080373-1dce-42f8-b824-cf42c786bb55" providerId="AD" clId="Web-{5C0C46CA-C1AD-68C3-1E2C-C1A3D3B6464E}" dt="2025-07-16T06:25:44.695" v="12" actId="14100"/>
          <ac:picMkLst>
            <pc:docMk/>
            <pc:sldMk cId="2464010404" sldId="338"/>
            <ac:picMk id="3" creationId="{91E6BC04-8F21-ABB1-324B-5A66ABFDB4CB}"/>
          </ac:picMkLst>
        </pc:picChg>
        <pc:picChg chg="add mod">
          <ac:chgData name="Aqeel Hanslo" userId="S::aqeel.hanslo@wlvsolutions.co.za::a2080373-1dce-42f8-b824-cf42c786bb55" providerId="AD" clId="Web-{5C0C46CA-C1AD-68C3-1E2C-C1A3D3B6464E}" dt="2025-07-16T06:25:50.930" v="13" actId="14100"/>
          <ac:picMkLst>
            <pc:docMk/>
            <pc:sldMk cId="2464010404" sldId="338"/>
            <ac:picMk id="10" creationId="{A069E675-7CDF-6BC2-1438-FF8D835A0803}"/>
          </ac:picMkLst>
        </pc:picChg>
      </pc:sldChg>
      <pc:sldChg chg="addSp delSp modSp">
        <pc:chgData name="Aqeel Hanslo" userId="S::aqeel.hanslo@wlvsolutions.co.za::a2080373-1dce-42f8-b824-cf42c786bb55" providerId="AD" clId="Web-{5C0C46CA-C1AD-68C3-1E2C-C1A3D3B6464E}" dt="2025-07-16T06:49:04.162" v="59" actId="14100"/>
        <pc:sldMkLst>
          <pc:docMk/>
          <pc:sldMk cId="932198423" sldId="361"/>
        </pc:sldMkLst>
        <pc:picChg chg="add del mod modCrop">
          <ac:chgData name="Aqeel Hanslo" userId="S::aqeel.hanslo@wlvsolutions.co.za::a2080373-1dce-42f8-b824-cf42c786bb55" providerId="AD" clId="Web-{5C0C46CA-C1AD-68C3-1E2C-C1A3D3B6464E}" dt="2025-07-16T06:49:04.162" v="59" actId="14100"/>
          <ac:picMkLst>
            <pc:docMk/>
            <pc:sldMk cId="932198423" sldId="361"/>
            <ac:picMk id="2" creationId="{B6183F63-7FA5-BB06-B0AA-49B020BF992D}"/>
          </ac:picMkLst>
        </pc:picChg>
        <pc:picChg chg="add del mod">
          <ac:chgData name="Aqeel Hanslo" userId="S::aqeel.hanslo@wlvsolutions.co.za::a2080373-1dce-42f8-b824-cf42c786bb55" providerId="AD" clId="Web-{5C0C46CA-C1AD-68C3-1E2C-C1A3D3B6464E}" dt="2025-07-16T06:44:43.875" v="27" actId="14100"/>
          <ac:picMkLst>
            <pc:docMk/>
            <pc:sldMk cId="932198423" sldId="361"/>
            <ac:picMk id="4" creationId="{C3E633C5-FEA3-2233-2FDF-DC471F535D3D}"/>
          </ac:picMkLst>
        </pc:picChg>
        <pc:picChg chg="add mod">
          <ac:chgData name="Aqeel Hanslo" userId="S::aqeel.hanslo@wlvsolutions.co.za::a2080373-1dce-42f8-b824-cf42c786bb55" providerId="AD" clId="Web-{5C0C46CA-C1AD-68C3-1E2C-C1A3D3B6464E}" dt="2025-07-16T06:45:36.986" v="33" actId="14100"/>
          <ac:picMkLst>
            <pc:docMk/>
            <pc:sldMk cId="932198423" sldId="361"/>
            <ac:picMk id="5" creationId="{52063DED-C7CB-DB7F-2E5B-82B2651C0279}"/>
          </ac:picMkLst>
        </pc:picChg>
        <pc:picChg chg="add mod">
          <ac:chgData name="Aqeel Hanslo" userId="S::aqeel.hanslo@wlvsolutions.co.za::a2080373-1dce-42f8-b824-cf42c786bb55" providerId="AD" clId="Web-{5C0C46CA-C1AD-68C3-1E2C-C1A3D3B6464E}" dt="2025-07-16T06:47:57.458" v="51" actId="1076"/>
          <ac:picMkLst>
            <pc:docMk/>
            <pc:sldMk cId="932198423" sldId="361"/>
            <ac:picMk id="7" creationId="{7103CA32-5C6B-9654-6769-56708B168402}"/>
          </ac:picMkLst>
        </pc:picChg>
      </pc:sldChg>
      <pc:sldChg chg="addSp delSp modSp">
        <pc:chgData name="Aqeel Hanslo" userId="S::aqeel.hanslo@wlvsolutions.co.za::a2080373-1dce-42f8-b824-cf42c786bb55" providerId="AD" clId="Web-{5C0C46CA-C1AD-68C3-1E2C-C1A3D3B6464E}" dt="2025-07-16T06:34:34.972" v="17" actId="14100"/>
        <pc:sldMkLst>
          <pc:docMk/>
          <pc:sldMk cId="528988673" sldId="379"/>
        </pc:sldMkLst>
        <pc:picChg chg="add mod">
          <ac:chgData name="Aqeel Hanslo" userId="S::aqeel.hanslo@wlvsolutions.co.za::a2080373-1dce-42f8-b824-cf42c786bb55" providerId="AD" clId="Web-{5C0C46CA-C1AD-68C3-1E2C-C1A3D3B6464E}" dt="2025-07-16T06:34:34.972" v="17" actId="14100"/>
          <ac:picMkLst>
            <pc:docMk/>
            <pc:sldMk cId="528988673" sldId="379"/>
            <ac:picMk id="4" creationId="{B839C3F2-AEF3-48C5-09B5-F7B4B5AB0D1A}"/>
          </ac:picMkLst>
        </pc:picChg>
      </pc:sldChg>
      <pc:sldChg chg="del">
        <pc:chgData name="Aqeel Hanslo" userId="S::aqeel.hanslo@wlvsolutions.co.za::a2080373-1dce-42f8-b824-cf42c786bb55" providerId="AD" clId="Web-{5C0C46CA-C1AD-68C3-1E2C-C1A3D3B6464E}" dt="2025-07-16T07:00:14.942" v="65"/>
        <pc:sldMkLst>
          <pc:docMk/>
          <pc:sldMk cId="4130575851" sldId="380"/>
        </pc:sldMkLst>
      </pc:sldChg>
      <pc:sldChg chg="del">
        <pc:chgData name="Aqeel Hanslo" userId="S::aqeel.hanslo@wlvsolutions.co.za::a2080373-1dce-42f8-b824-cf42c786bb55" providerId="AD" clId="Web-{5C0C46CA-C1AD-68C3-1E2C-C1A3D3B6464E}" dt="2025-07-16T07:00:14.942" v="64"/>
        <pc:sldMkLst>
          <pc:docMk/>
          <pc:sldMk cId="1985320361" sldId="381"/>
        </pc:sldMkLst>
      </pc:sldChg>
      <pc:sldChg chg="add">
        <pc:chgData name="Aqeel Hanslo" userId="S::aqeel.hanslo@wlvsolutions.co.za::a2080373-1dce-42f8-b824-cf42c786bb55" providerId="AD" clId="Web-{5C0C46CA-C1AD-68C3-1E2C-C1A3D3B6464E}" dt="2025-07-16T07:00:04.879" v="60"/>
        <pc:sldMkLst>
          <pc:docMk/>
          <pc:sldMk cId="1717059667" sldId="382"/>
        </pc:sldMkLst>
      </pc:sldChg>
      <pc:sldChg chg="add">
        <pc:chgData name="Aqeel Hanslo" userId="S::aqeel.hanslo@wlvsolutions.co.za::a2080373-1dce-42f8-b824-cf42c786bb55" providerId="AD" clId="Web-{5C0C46CA-C1AD-68C3-1E2C-C1A3D3B6464E}" dt="2025-07-16T07:00:04.910" v="62"/>
        <pc:sldMkLst>
          <pc:docMk/>
          <pc:sldMk cId="1993144298" sldId="383"/>
        </pc:sldMkLst>
      </pc:sldChg>
    </pc:docChg>
  </pc:docChgLst>
  <pc:docChgLst>
    <pc:chgData name="Yusri Nelson" userId="f8005c9d-c0da-46ad-83bf-898413c363c9" providerId="ADAL" clId="{04C439F4-E24B-4F1E-A5DE-7ABC8E938D44}"/>
    <pc:docChg chg="undo custSel delSld modSld">
      <pc:chgData name="Yusri Nelson" userId="f8005c9d-c0da-46ad-83bf-898413c363c9" providerId="ADAL" clId="{04C439F4-E24B-4F1E-A5DE-7ABC8E938D44}" dt="2025-04-23T07:04:30.560" v="33" actId="255"/>
      <pc:docMkLst>
        <pc:docMk/>
      </pc:docMkLst>
      <pc:sldChg chg="addSp modSp mod">
        <pc:chgData name="Yusri Nelson" userId="f8005c9d-c0da-46ad-83bf-898413c363c9" providerId="ADAL" clId="{04C439F4-E24B-4F1E-A5DE-7ABC8E938D44}" dt="2025-04-23T06:48:14.045" v="22" actId="1076"/>
        <pc:sldMkLst>
          <pc:docMk/>
          <pc:sldMk cId="517067343" sldId="280"/>
        </pc:sldMkLst>
      </pc:sldChg>
      <pc:sldChg chg="addSp delSp modSp mod">
        <pc:chgData name="Yusri Nelson" userId="f8005c9d-c0da-46ad-83bf-898413c363c9" providerId="ADAL" clId="{04C439F4-E24B-4F1E-A5DE-7ABC8E938D44}" dt="2025-04-23T07:04:30.560" v="33" actId="255"/>
        <pc:sldMkLst>
          <pc:docMk/>
          <pc:sldMk cId="1066240480" sldId="281"/>
        </pc:sldMkLst>
      </pc:sldChg>
      <pc:sldChg chg="del">
        <pc:chgData name="Yusri Nelson" userId="f8005c9d-c0da-46ad-83bf-898413c363c9" providerId="ADAL" clId="{04C439F4-E24B-4F1E-A5DE-7ABC8E938D44}" dt="2025-04-23T06:43:38.096" v="0" actId="47"/>
        <pc:sldMkLst>
          <pc:docMk/>
          <pc:sldMk cId="3109024392" sldId="332"/>
        </pc:sldMkLst>
      </pc:sldChg>
    </pc:docChg>
  </pc:docChgLst>
  <pc:docChgLst>
    <pc:chgData name="Qud-Doo-Siyyah Ajourhaar" userId="79f2869f-9114-4d6f-9bdd-e0b31d3d897f" providerId="ADAL" clId="{EB83036E-B1AE-47FC-90B8-E16DAFD285C2}"/>
    <pc:docChg chg="undo custSel addSld delSld modSld sldOrd">
      <pc:chgData name="Qud-Doo-Siyyah Ajourhaar" userId="79f2869f-9114-4d6f-9bdd-e0b31d3d897f" providerId="ADAL" clId="{EB83036E-B1AE-47FC-90B8-E16DAFD285C2}" dt="2024-12-02T22:50:56.597" v="207" actId="1076"/>
      <pc:docMkLst>
        <pc:docMk/>
      </pc:docMkLst>
      <pc:sldChg chg="addSp delSp modSp mod">
        <pc:chgData name="Qud-Doo-Siyyah Ajourhaar" userId="79f2869f-9114-4d6f-9bdd-e0b31d3d897f" providerId="ADAL" clId="{EB83036E-B1AE-47FC-90B8-E16DAFD285C2}" dt="2024-12-02T22:47:12.834" v="153" actId="1076"/>
        <pc:sldMkLst>
          <pc:docMk/>
          <pc:sldMk cId="905605794" sldId="272"/>
        </pc:sldMkLst>
      </pc:sldChg>
      <pc:sldChg chg="addSp delSp modSp mod">
        <pc:chgData name="Qud-Doo-Siyyah Ajourhaar" userId="79f2869f-9114-4d6f-9bdd-e0b31d3d897f" providerId="ADAL" clId="{EB83036E-B1AE-47FC-90B8-E16DAFD285C2}" dt="2024-12-02T22:36:48.990" v="6" actId="1076"/>
        <pc:sldMkLst>
          <pc:docMk/>
          <pc:sldMk cId="1632013885" sldId="274"/>
        </pc:sldMkLst>
      </pc:sldChg>
      <pc:sldChg chg="addSp delSp modSp mod">
        <pc:chgData name="Qud-Doo-Siyyah Ajourhaar" userId="79f2869f-9114-4d6f-9bdd-e0b31d3d897f" providerId="ADAL" clId="{EB83036E-B1AE-47FC-90B8-E16DAFD285C2}" dt="2024-12-02T22:37:27.855" v="13" actId="1076"/>
        <pc:sldMkLst>
          <pc:docMk/>
          <pc:sldMk cId="971242444" sldId="284"/>
        </pc:sldMkLst>
      </pc:sldChg>
      <pc:sldChg chg="modSp mod">
        <pc:chgData name="Qud-Doo-Siyyah Ajourhaar" userId="79f2869f-9114-4d6f-9bdd-e0b31d3d897f" providerId="ADAL" clId="{EB83036E-B1AE-47FC-90B8-E16DAFD285C2}" dt="2024-12-02T22:38:47.222" v="46" actId="1076"/>
        <pc:sldMkLst>
          <pc:docMk/>
          <pc:sldMk cId="3684240361" sldId="288"/>
        </pc:sldMkLst>
      </pc:sldChg>
      <pc:sldChg chg="addSp delSp modSp add del mod">
        <pc:chgData name="Qud-Doo-Siyyah Ajourhaar" userId="79f2869f-9114-4d6f-9bdd-e0b31d3d897f" providerId="ADAL" clId="{EB83036E-B1AE-47FC-90B8-E16DAFD285C2}" dt="2024-12-02T22:41:55.139" v="137" actId="1076"/>
        <pc:sldMkLst>
          <pc:docMk/>
          <pc:sldMk cId="2299756368" sldId="316"/>
        </pc:sldMkLst>
      </pc:sldChg>
      <pc:sldChg chg="addSp delSp modSp mod">
        <pc:chgData name="Qud-Doo-Siyyah Ajourhaar" userId="79f2869f-9114-4d6f-9bdd-e0b31d3d897f" providerId="ADAL" clId="{EB83036E-B1AE-47FC-90B8-E16DAFD285C2}" dt="2024-12-02T22:48:03.850" v="166" actId="1076"/>
        <pc:sldMkLst>
          <pc:docMk/>
          <pc:sldMk cId="366710009" sldId="323"/>
        </pc:sldMkLst>
      </pc:sldChg>
      <pc:sldChg chg="addSp delSp modSp mod">
        <pc:chgData name="Qud-Doo-Siyyah Ajourhaar" userId="79f2869f-9114-4d6f-9bdd-e0b31d3d897f" providerId="ADAL" clId="{EB83036E-B1AE-47FC-90B8-E16DAFD285C2}" dt="2024-12-02T22:42:09.436" v="138"/>
        <pc:sldMkLst>
          <pc:docMk/>
          <pc:sldMk cId="832479184" sldId="324"/>
        </pc:sldMkLst>
      </pc:sldChg>
      <pc:sldChg chg="addSp delSp modSp mod">
        <pc:chgData name="Qud-Doo-Siyyah Ajourhaar" userId="79f2869f-9114-4d6f-9bdd-e0b31d3d897f" providerId="ADAL" clId="{EB83036E-B1AE-47FC-90B8-E16DAFD285C2}" dt="2024-12-02T22:42:18.342" v="139"/>
        <pc:sldMkLst>
          <pc:docMk/>
          <pc:sldMk cId="3168563300" sldId="325"/>
        </pc:sldMkLst>
      </pc:sldChg>
      <pc:sldChg chg="addSp delSp modSp mod">
        <pc:chgData name="Qud-Doo-Siyyah Ajourhaar" userId="79f2869f-9114-4d6f-9bdd-e0b31d3d897f" providerId="ADAL" clId="{EB83036E-B1AE-47FC-90B8-E16DAFD285C2}" dt="2024-12-02T22:45:16.426" v="151" actId="1076"/>
        <pc:sldMkLst>
          <pc:docMk/>
          <pc:sldMk cId="3109024392" sldId="332"/>
        </pc:sldMkLst>
      </pc:sldChg>
      <pc:sldChg chg="addSp delSp modSp mod">
        <pc:chgData name="Qud-Doo-Siyyah Ajourhaar" userId="79f2869f-9114-4d6f-9bdd-e0b31d3d897f" providerId="ADAL" clId="{EB83036E-B1AE-47FC-90B8-E16DAFD285C2}" dt="2024-12-02T22:47:25.023" v="156" actId="1076"/>
        <pc:sldMkLst>
          <pc:docMk/>
          <pc:sldMk cId="3478504424" sldId="336"/>
        </pc:sldMkLst>
      </pc:sldChg>
      <pc:sldChg chg="addSp delSp modSp mod">
        <pc:chgData name="Qud-Doo-Siyyah Ajourhaar" userId="79f2869f-9114-4d6f-9bdd-e0b31d3d897f" providerId="ADAL" clId="{EB83036E-B1AE-47FC-90B8-E16DAFD285C2}" dt="2024-12-02T22:48:46.029" v="178" actId="1076"/>
        <pc:sldMkLst>
          <pc:docMk/>
          <pc:sldMk cId="1390872572" sldId="337"/>
        </pc:sldMkLst>
      </pc:sldChg>
      <pc:sldChg chg="addSp delSp modSp mod">
        <pc:chgData name="Qud-Doo-Siyyah Ajourhaar" userId="79f2869f-9114-4d6f-9bdd-e0b31d3d897f" providerId="ADAL" clId="{EB83036E-B1AE-47FC-90B8-E16DAFD285C2}" dt="2024-12-02T22:37:04.044" v="8" actId="1076"/>
        <pc:sldMkLst>
          <pc:docMk/>
          <pc:sldMk cId="2464010404" sldId="338"/>
        </pc:sldMkLst>
      </pc:sldChg>
      <pc:sldChg chg="addSp delSp modSp mod">
        <pc:chgData name="Qud-Doo-Siyyah Ajourhaar" userId="79f2869f-9114-4d6f-9bdd-e0b31d3d897f" providerId="ADAL" clId="{EB83036E-B1AE-47FC-90B8-E16DAFD285C2}" dt="2024-12-02T22:49:27.351" v="180" actId="1076"/>
        <pc:sldMkLst>
          <pc:docMk/>
          <pc:sldMk cId="1054984980" sldId="346"/>
        </pc:sldMkLst>
      </pc:sldChg>
      <pc:sldChg chg="addSp delSp modSp mod">
        <pc:chgData name="Qud-Doo-Siyyah Ajourhaar" userId="79f2869f-9114-4d6f-9bdd-e0b31d3d897f" providerId="ADAL" clId="{EB83036E-B1AE-47FC-90B8-E16DAFD285C2}" dt="2024-12-02T22:49:40.436" v="183" actId="1076"/>
        <pc:sldMkLst>
          <pc:docMk/>
          <pc:sldMk cId="69668316" sldId="347"/>
        </pc:sldMkLst>
      </pc:sldChg>
      <pc:sldChg chg="addSp delSp modSp mod">
        <pc:chgData name="Qud-Doo-Siyyah Ajourhaar" userId="79f2869f-9114-4d6f-9bdd-e0b31d3d897f" providerId="ADAL" clId="{EB83036E-B1AE-47FC-90B8-E16DAFD285C2}" dt="2024-12-02T22:50:45.371" v="205" actId="1076"/>
        <pc:sldMkLst>
          <pc:docMk/>
          <pc:sldMk cId="1454996946" sldId="348"/>
        </pc:sldMkLst>
      </pc:sldChg>
      <pc:sldChg chg="addSp delSp modSp mod">
        <pc:chgData name="Qud-Doo-Siyyah Ajourhaar" userId="79f2869f-9114-4d6f-9bdd-e0b31d3d897f" providerId="ADAL" clId="{EB83036E-B1AE-47FC-90B8-E16DAFD285C2}" dt="2024-12-02T22:50:56.597" v="207" actId="1076"/>
        <pc:sldMkLst>
          <pc:docMk/>
          <pc:sldMk cId="1449587027" sldId="349"/>
        </pc:sldMkLst>
      </pc:sldChg>
      <pc:sldChg chg="addSp modSp mod">
        <pc:chgData name="Qud-Doo-Siyyah Ajourhaar" userId="79f2869f-9114-4d6f-9bdd-e0b31d3d897f" providerId="ADAL" clId="{EB83036E-B1AE-47FC-90B8-E16DAFD285C2}" dt="2024-12-02T22:44:10.961" v="149" actId="14100"/>
        <pc:sldMkLst>
          <pc:docMk/>
          <pc:sldMk cId="556238090" sldId="350"/>
        </pc:sldMkLst>
      </pc:sldChg>
      <pc:sldChg chg="addSp modSp ord">
        <pc:chgData name="Qud-Doo-Siyyah Ajourhaar" userId="79f2869f-9114-4d6f-9bdd-e0b31d3d897f" providerId="ADAL" clId="{EB83036E-B1AE-47FC-90B8-E16DAFD285C2}" dt="2024-12-02T22:43:36.665" v="142"/>
        <pc:sldMkLst>
          <pc:docMk/>
          <pc:sldMk cId="4130575851" sldId="353"/>
        </pc:sldMkLst>
      </pc:sldChg>
      <pc:sldChg chg="modSp mod">
        <pc:chgData name="Qud-Doo-Siyyah Ajourhaar" userId="79f2869f-9114-4d6f-9bdd-e0b31d3d897f" providerId="ADAL" clId="{EB83036E-B1AE-47FC-90B8-E16DAFD285C2}" dt="2024-12-02T22:40:04.882" v="109" actId="20577"/>
        <pc:sldMkLst>
          <pc:docMk/>
          <pc:sldMk cId="1729606297" sldId="354"/>
        </pc:sldMkLst>
      </pc:sldChg>
      <pc:sldChg chg="addSp delSp modSp mod">
        <pc:chgData name="Qud-Doo-Siyyah Ajourhaar" userId="79f2869f-9114-4d6f-9bdd-e0b31d3d897f" providerId="ADAL" clId="{EB83036E-B1AE-47FC-90B8-E16DAFD285C2}" dt="2024-12-02T22:40:37.262" v="120" actId="1076"/>
        <pc:sldMkLst>
          <pc:docMk/>
          <pc:sldMk cId="2486682845" sldId="355"/>
        </pc:sldMkLst>
      </pc:sldChg>
      <pc:sldChg chg="addSp delSp modSp mod">
        <pc:chgData name="Qud-Doo-Siyyah Ajourhaar" userId="79f2869f-9114-4d6f-9bdd-e0b31d3d897f" providerId="ADAL" clId="{EB83036E-B1AE-47FC-90B8-E16DAFD285C2}" dt="2024-12-02T22:40:29.990" v="117" actId="1076"/>
        <pc:sldMkLst>
          <pc:docMk/>
          <pc:sldMk cId="4236987458" sldId="356"/>
        </pc:sldMkLst>
      </pc:sldChg>
      <pc:sldChg chg="addSp delSp modSp mod">
        <pc:chgData name="Qud-Doo-Siyyah Ajourhaar" userId="79f2869f-9114-4d6f-9bdd-e0b31d3d897f" providerId="ADAL" clId="{EB83036E-B1AE-47FC-90B8-E16DAFD285C2}" dt="2024-12-02T22:40:20.408" v="114" actId="1076"/>
        <pc:sldMkLst>
          <pc:docMk/>
          <pc:sldMk cId="1272915427" sldId="357"/>
        </pc:sldMkLst>
      </pc:sldChg>
    </pc:docChg>
  </pc:docChgLst>
  <pc:docChgLst>
    <pc:chgData name="Aqeel H" userId="47facd8c05502448" providerId="Windows Live" clId="Web-{2C10AEBF-009D-EB9B-C709-BF0C4EBE8621}"/>
    <pc:docChg chg="delSld modSld">
      <pc:chgData name="Aqeel H" userId="47facd8c05502448" providerId="Windows Live" clId="Web-{2C10AEBF-009D-EB9B-C709-BF0C4EBE8621}" dt="2025-04-16T08:49:24.331" v="6" actId="20577"/>
      <pc:docMkLst>
        <pc:docMk/>
      </pc:docMkLst>
      <pc:sldChg chg="modSp">
        <pc:chgData name="Aqeel H" userId="47facd8c05502448" providerId="Windows Live" clId="Web-{2C10AEBF-009D-EB9B-C709-BF0C4EBE8621}" dt="2025-04-16T08:49:24.331" v="6" actId="20577"/>
        <pc:sldMkLst>
          <pc:docMk/>
          <pc:sldMk cId="3071687194" sldId="270"/>
        </pc:sldMkLst>
      </pc:sldChg>
      <pc:sldChg chg="del">
        <pc:chgData name="Aqeel H" userId="47facd8c05502448" providerId="Windows Live" clId="Web-{2C10AEBF-009D-EB9B-C709-BF0C4EBE8621}" dt="2025-04-16T08:48:46.814" v="0"/>
        <pc:sldMkLst>
          <pc:docMk/>
          <pc:sldMk cId="1328368386" sldId="358"/>
        </pc:sldMkLst>
      </pc:sldChg>
    </pc:docChg>
  </pc:docChgLst>
  <pc:docChgLst>
    <pc:chgData name="Yusri Nelson" userId="S::yusri.nelson@wlvsolutions.co.za::f8005c9d-c0da-46ad-83bf-898413c363c9" providerId="AD" clId="Web-{15DF9837-330F-F80A-214C-78EF909451DF}"/>
    <pc:docChg chg="addSld modSld">
      <pc:chgData name="Yusri Nelson" userId="S::yusri.nelson@wlvsolutions.co.za::f8005c9d-c0da-46ad-83bf-898413c363c9" providerId="AD" clId="Web-{15DF9837-330F-F80A-214C-78EF909451DF}" dt="2025-04-23T06:36:44.932" v="13"/>
      <pc:docMkLst>
        <pc:docMk/>
      </pc:docMkLst>
      <pc:sldChg chg="modSp">
        <pc:chgData name="Yusri Nelson" userId="S::yusri.nelson@wlvsolutions.co.za::f8005c9d-c0da-46ad-83bf-898413c363c9" providerId="AD" clId="Web-{15DF9837-330F-F80A-214C-78EF909451DF}" dt="2025-04-23T05:57:45.082" v="4" actId="20577"/>
        <pc:sldMkLst>
          <pc:docMk/>
          <pc:sldMk cId="65055496" sldId="268"/>
        </pc:sldMkLst>
      </pc:sldChg>
      <pc:sldChg chg="modSp">
        <pc:chgData name="Yusri Nelson" userId="S::yusri.nelson@wlvsolutions.co.za::f8005c9d-c0da-46ad-83bf-898413c363c9" providerId="AD" clId="Web-{15DF9837-330F-F80A-214C-78EF909451DF}" dt="2025-04-23T05:59:05.302" v="8" actId="20577"/>
        <pc:sldMkLst>
          <pc:docMk/>
          <pc:sldMk cId="3071687194" sldId="270"/>
        </pc:sldMkLst>
      </pc:sldChg>
      <pc:sldChg chg="add">
        <pc:chgData name="Yusri Nelson" userId="S::yusri.nelson@wlvsolutions.co.za::f8005c9d-c0da-46ad-83bf-898413c363c9" providerId="AD" clId="Web-{15DF9837-330F-F80A-214C-78EF909451DF}" dt="2025-04-23T06:34:45.304" v="9"/>
        <pc:sldMkLst>
          <pc:docMk/>
          <pc:sldMk cId="517067343" sldId="280"/>
        </pc:sldMkLst>
      </pc:sldChg>
      <pc:sldChg chg="add">
        <pc:chgData name="Yusri Nelson" userId="S::yusri.nelson@wlvsolutions.co.za::f8005c9d-c0da-46ad-83bf-898413c363c9" providerId="AD" clId="Web-{15DF9837-330F-F80A-214C-78EF909451DF}" dt="2025-04-23T06:34:45.319" v="10"/>
        <pc:sldMkLst>
          <pc:docMk/>
          <pc:sldMk cId="1066240480" sldId="281"/>
        </pc:sldMkLst>
      </pc:sldChg>
      <pc:sldChg chg="add">
        <pc:chgData name="Yusri Nelson" userId="S::yusri.nelson@wlvsolutions.co.za::f8005c9d-c0da-46ad-83bf-898413c363c9" providerId="AD" clId="Web-{15DF9837-330F-F80A-214C-78EF909451DF}" dt="2025-04-23T06:34:45.319" v="11"/>
        <pc:sldMkLst>
          <pc:docMk/>
          <pc:sldMk cId="3672632152" sldId="282"/>
        </pc:sldMkLst>
      </pc:sldChg>
      <pc:sldChg chg="mod setBg">
        <pc:chgData name="Yusri Nelson" userId="S::yusri.nelson@wlvsolutions.co.za::f8005c9d-c0da-46ad-83bf-898413c363c9" providerId="AD" clId="Web-{15DF9837-330F-F80A-214C-78EF909451DF}" dt="2025-04-23T06:36:44.932" v="13"/>
        <pc:sldMkLst>
          <pc:docMk/>
          <pc:sldMk cId="1272915427" sldId="357"/>
        </pc:sldMkLst>
      </pc:sldChg>
    </pc:docChg>
  </pc:docChgLst>
  <pc:docChgLst>
    <pc:chgData name="Yusri Nelson" userId="S::yusri.nelson@wlvsolutions.co.za::f8005c9d-c0da-46ad-83bf-898413c363c9" providerId="AD" clId="Web-{15336F9A-9B12-BEF5-2C7C-BB51E27A307D}"/>
    <pc:docChg chg="addSld delSld">
      <pc:chgData name="Yusri Nelson" userId="S::yusri.nelson@wlvsolutions.co.za::f8005c9d-c0da-46ad-83bf-898413c363c9" providerId="AD" clId="Web-{15336F9A-9B12-BEF5-2C7C-BB51E27A307D}" dt="2025-04-22T08:37:59.747" v="11"/>
      <pc:docMkLst>
        <pc:docMk/>
      </pc:docMkLst>
      <pc:sldChg chg="add">
        <pc:chgData name="Yusri Nelson" userId="S::yusri.nelson@wlvsolutions.co.za::f8005c9d-c0da-46ad-83bf-898413c363c9" providerId="AD" clId="Web-{15336F9A-9B12-BEF5-2C7C-BB51E27A307D}" dt="2025-04-22T08:35:56.729" v="0"/>
        <pc:sldMkLst>
          <pc:docMk/>
          <pc:sldMk cId="1632013885" sldId="274"/>
        </pc:sldMkLst>
      </pc:sldChg>
      <pc:sldChg chg="add">
        <pc:chgData name="Yusri Nelson" userId="S::yusri.nelson@wlvsolutions.co.za::f8005c9d-c0da-46ad-83bf-898413c363c9" providerId="AD" clId="Web-{15336F9A-9B12-BEF5-2C7C-BB51E27A307D}" dt="2025-04-22T08:36:10.948" v="2"/>
        <pc:sldMkLst>
          <pc:docMk/>
          <pc:sldMk cId="2464010404" sldId="338"/>
        </pc:sldMkLst>
      </pc:sldChg>
      <pc:sldChg chg="add">
        <pc:chgData name="Yusri Nelson" userId="S::yusri.nelson@wlvsolutions.co.za::f8005c9d-c0da-46ad-83bf-898413c363c9" providerId="AD" clId="Web-{15336F9A-9B12-BEF5-2C7C-BB51E27A307D}" dt="2025-04-22T08:37:59.747" v="11"/>
        <pc:sldMkLst>
          <pc:docMk/>
          <pc:sldMk cId="286127093" sldId="351"/>
        </pc:sldMkLst>
      </pc:sldChg>
      <pc:sldChg chg="add">
        <pc:chgData name="Yusri Nelson" userId="S::yusri.nelson@wlvsolutions.co.za::f8005c9d-c0da-46ad-83bf-898413c363c9" providerId="AD" clId="Web-{15336F9A-9B12-BEF5-2C7C-BB51E27A307D}" dt="2025-04-22T08:36:50.043" v="6"/>
        <pc:sldMkLst>
          <pc:docMk/>
          <pc:sldMk cId="2132276267" sldId="352"/>
        </pc:sldMkLst>
      </pc:sldChg>
      <pc:sldChg chg="del">
        <pc:chgData name="Yusri Nelson" userId="S::yusri.nelson@wlvsolutions.co.za::f8005c9d-c0da-46ad-83bf-898413c363c9" providerId="AD" clId="Web-{15336F9A-9B12-BEF5-2C7C-BB51E27A307D}" dt="2025-04-22T08:36:01.214" v="1"/>
        <pc:sldMkLst>
          <pc:docMk/>
          <pc:sldMk cId="3019662551" sldId="360"/>
        </pc:sldMkLst>
      </pc:sldChg>
      <pc:sldChg chg="del">
        <pc:chgData name="Yusri Nelson" userId="S::yusri.nelson@wlvsolutions.co.za::f8005c9d-c0da-46ad-83bf-898413c363c9" providerId="AD" clId="Web-{15336F9A-9B12-BEF5-2C7C-BB51E27A307D}" dt="2025-04-22T08:36:22.542" v="3"/>
        <pc:sldMkLst>
          <pc:docMk/>
          <pc:sldMk cId="2682532515" sldId="361"/>
        </pc:sldMkLst>
      </pc:sldChg>
      <pc:sldChg chg="del">
        <pc:chgData name="Yusri Nelson" userId="S::yusri.nelson@wlvsolutions.co.za::f8005c9d-c0da-46ad-83bf-898413c363c9" providerId="AD" clId="Web-{15336F9A-9B12-BEF5-2C7C-BB51E27A307D}" dt="2025-04-22T08:36:37.027" v="4"/>
        <pc:sldMkLst>
          <pc:docMk/>
          <pc:sldMk cId="1627445725" sldId="362"/>
        </pc:sldMkLst>
      </pc:sldChg>
      <pc:sldChg chg="del">
        <pc:chgData name="Yusri Nelson" userId="S::yusri.nelson@wlvsolutions.co.za::f8005c9d-c0da-46ad-83bf-898413c363c9" providerId="AD" clId="Web-{15336F9A-9B12-BEF5-2C7C-BB51E27A307D}" dt="2025-04-22T08:36:37.996" v="5"/>
        <pc:sldMkLst>
          <pc:docMk/>
          <pc:sldMk cId="681052180" sldId="363"/>
        </pc:sldMkLst>
      </pc:sldChg>
      <pc:sldChg chg="del">
        <pc:chgData name="Yusri Nelson" userId="S::yusri.nelson@wlvsolutions.co.za::f8005c9d-c0da-46ad-83bf-898413c363c9" providerId="AD" clId="Web-{15336F9A-9B12-BEF5-2C7C-BB51E27A307D}" dt="2025-04-22T08:37:41.043" v="8"/>
        <pc:sldMkLst>
          <pc:docMk/>
          <pc:sldMk cId="807851015" sldId="364"/>
        </pc:sldMkLst>
      </pc:sldChg>
      <pc:sldChg chg="add">
        <pc:chgData name="Yusri Nelson" userId="S::yusri.nelson@wlvsolutions.co.za::f8005c9d-c0da-46ad-83bf-898413c363c9" providerId="AD" clId="Web-{15336F9A-9B12-BEF5-2C7C-BB51E27A307D}" dt="2025-04-22T08:36:50.058" v="7"/>
        <pc:sldMkLst>
          <pc:docMk/>
          <pc:sldMk cId="3916484628" sldId="374"/>
        </pc:sldMkLst>
      </pc:sldChg>
      <pc:sldChg chg="add del replId">
        <pc:chgData name="Yusri Nelson" userId="S::yusri.nelson@wlvsolutions.co.za::f8005c9d-c0da-46ad-83bf-898413c363c9" providerId="AD" clId="Web-{15336F9A-9B12-BEF5-2C7C-BB51E27A307D}" dt="2025-04-22T08:37:50.794" v="10"/>
        <pc:sldMkLst>
          <pc:docMk/>
          <pc:sldMk cId="1112790337" sldId="3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9EC7BC-D92A-454A-8CA4-41CF13D6D70F}" type="datetimeFigureOut">
              <a:rPr lang="en-ZA" smtClean="0"/>
              <a:t>2025/07/22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A7C5AD-A875-4D8A-A93A-D48CB169A3A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32192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A7C5AD-A875-4D8A-A93A-D48CB169A3A1}" type="slidenum">
              <a:rPr lang="en-ZA" smtClean="0"/>
              <a:t>14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23927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A7C5AD-A875-4D8A-A93A-D48CB169A3A1}" type="slidenum">
              <a:rPr lang="en-ZA" smtClean="0"/>
              <a:t>16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313337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A7C5AD-A875-4D8A-A93A-D48CB169A3A1}" type="slidenum">
              <a:rPr lang="en-ZA" smtClean="0"/>
              <a:t>19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196781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A7C5AD-A875-4D8A-A93A-D48CB169A3A1}" type="slidenum">
              <a:rPr lang="en-ZA" smtClean="0"/>
              <a:t>20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20466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9FF92-6775-5F10-6E31-73F786120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4A93A9-54AA-FF3B-20C0-2B5364A56C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832C99-73F1-424C-0A96-A6E76F2785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6178F-0214-32F1-672C-06A756F8F8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A7C5AD-A875-4D8A-A93A-D48CB169A3A1}" type="slidenum">
              <a:rPr lang="en-ZA" smtClean="0"/>
              <a:t>21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549515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C6876-B586-0215-AF64-4CA13B608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E12BCF-1A27-87B9-C4F2-A7B24F02C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AE8C58-331D-E9C4-315A-920D416FEF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38B64-5CF9-C433-AFF2-67644CC371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A7C5AD-A875-4D8A-A93A-D48CB169A3A1}" type="slidenum">
              <a:rPr lang="en-ZA" smtClean="0"/>
              <a:t>22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88334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E69D1-997F-882F-C28C-DDF81D1A0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29ABE3-A19A-A727-9674-ECFCBDB7AE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B31E2D-342F-2B5A-2E99-3C5BC9498B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BA978F-DC8C-6340-87E6-95C2706A0F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A7C5AD-A875-4D8A-A93A-D48CB169A3A1}" type="slidenum">
              <a:rPr lang="en-ZA" smtClean="0"/>
              <a:t>23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812497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A7C5AD-A875-4D8A-A93A-D48CB169A3A1}" type="slidenum">
              <a:rPr lang="en-ZA" smtClean="0"/>
              <a:t>31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21931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8A6C2-0A95-C262-1E9D-3C33C4825C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F49509-06C2-5B9B-9544-8EF435AA1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E2539-E5F7-6EA5-A68E-96CED4DA8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C7E2-2FDA-4869-B56E-CA6D46416EF8}" type="datetimeFigureOut">
              <a:rPr lang="en-ZA" smtClean="0"/>
              <a:t>2025/07/22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3399F-7990-AD9B-2734-FF699FADA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28535-0C30-D83F-133B-C5F2C8C2B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5C884-F91F-417E-AD82-A48F64C088A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77310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C02D1-3970-3387-0D67-18A0E0DAE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F8707-0410-BEEA-59BD-0178DD936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14EEB-ED4E-D4A8-9D8B-A68577EC3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C7E2-2FDA-4869-B56E-CA6D46416EF8}" type="datetimeFigureOut">
              <a:rPr lang="en-ZA" smtClean="0"/>
              <a:t>2025/07/22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C040C-5F67-2B79-ADCB-CB9EDDD93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9E466-1DB4-C07C-C708-7D547588E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5C884-F91F-417E-AD82-A48F64C088A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88890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96974-6F9D-B949-CEAC-29A3F96BD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06E3FD-0B23-F031-19DA-AAAAD087C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EF4F6-D95A-270A-33C0-0B3252F53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C7E2-2FDA-4869-B56E-CA6D46416EF8}" type="datetimeFigureOut">
              <a:rPr lang="en-ZA" smtClean="0"/>
              <a:t>2025/07/22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5A481-CF11-6D7A-5E65-6AF49100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CCBE7-9B30-67B6-8B51-C92A8E082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5C884-F91F-417E-AD82-A48F64C088A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84030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45F2C-5CCE-9B57-A83C-25C7646FE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12994-B8FB-3665-1A81-E3024D16A3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F4CE9C-CC3C-3137-FAE5-F46551D989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6B6823-3086-1DF5-083C-27F116208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C7E2-2FDA-4869-B56E-CA6D46416EF8}" type="datetimeFigureOut">
              <a:rPr lang="en-ZA" smtClean="0"/>
              <a:t>2025/07/22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7A7731-F4BD-C75B-BF16-FFB3365C3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81A863-8343-88C4-23C4-26C616B0B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5C884-F91F-417E-AD82-A48F64C088A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61354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771AA-A885-83F8-7DA0-A9790F229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4EE52-FA60-B82E-CC4B-213DAA9B8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3B2243-BBB8-25CD-B36D-D99EA3926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5943B5-EB4D-E74C-37D5-4E7B732B5B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38ED7B-7795-BCE0-D390-8A45382769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4510AF-A035-C160-436E-5B9B92688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C7E2-2FDA-4869-B56E-CA6D46416EF8}" type="datetimeFigureOut">
              <a:rPr lang="en-ZA" smtClean="0"/>
              <a:t>2025/07/22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20EF95-4464-66DE-1DE6-94A06E492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4C8FCE-4BBF-5938-7285-52C572075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5C884-F91F-417E-AD82-A48F64C088A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34345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D106C-BDBE-CB25-9C2A-44FAADBA3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22BF49-B75A-454D-D08D-1B4F88719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C7E2-2FDA-4869-B56E-CA6D46416EF8}" type="datetimeFigureOut">
              <a:rPr lang="en-ZA" smtClean="0"/>
              <a:t>2025/07/22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B31253-7624-50D2-DDAE-589298CB4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72620C-0AC6-4D02-E7A4-696B05997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5C884-F91F-417E-AD82-A48F64C088A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30734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18390-2DEE-B6AD-B93B-CD089E1DB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C7E2-2FDA-4869-B56E-CA6D46416EF8}" type="datetimeFigureOut">
              <a:rPr lang="en-ZA" smtClean="0"/>
              <a:t>2025/07/22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6DFDCC-BE2A-7EAC-FC0D-1413B1DCF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C9491-945E-5F9C-BFA5-E7A6D1A83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5C884-F91F-417E-AD82-A48F64C088A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42440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E2876-B7E8-BA9D-DE58-2729B2BA3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DDAF6-1EEE-9C4E-2262-EA0C4E917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9DECAF-1712-28A9-AC93-CA5AA5F40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FB63C4-D6F1-F95F-4CA8-C8BB7F162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C7E2-2FDA-4869-B56E-CA6D46416EF8}" type="datetimeFigureOut">
              <a:rPr lang="en-ZA" smtClean="0"/>
              <a:t>2025/07/22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0DC81-8B60-B5E3-A73B-838ED0C3B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E6A102-FBF8-0612-C555-AB7CA6699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5C884-F91F-417E-AD82-A48F64C088A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89952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5E390-DA51-44B2-3359-240D1BF3F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9456F0-D420-C486-8E7E-1EBC726470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233F6D-7DF8-5C8B-761C-9C60C15EF2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F8C4B9-77E8-428C-E365-DDA614BB6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C7E2-2FDA-4869-B56E-CA6D46416EF8}" type="datetimeFigureOut">
              <a:rPr lang="en-ZA" smtClean="0"/>
              <a:t>2025/07/22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EC4E-41AD-C668-EF15-4AE7A1D1D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19F925-3EB5-BBD7-0703-92289596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5C884-F91F-417E-AD82-A48F64C088A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60602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7914D-08D1-F230-46E3-8727F104C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565313-44FA-D89A-1F1C-BE05F3EB5D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5DEE1-AFC4-0DAF-7F41-4816BCCF6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C7E2-2FDA-4869-B56E-CA6D46416EF8}" type="datetimeFigureOut">
              <a:rPr lang="en-ZA" smtClean="0"/>
              <a:t>2025/07/22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88DFB-DA91-18FB-115B-B4DD2A9B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0B233-D97D-A5E0-D882-8C987245C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5C884-F91F-417E-AD82-A48F64C088A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19156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382155-7D12-31B9-6E2F-8A5179EB00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B4D3DA-6B3A-4F50-0443-D367D78BE9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92CB4-9020-C0EC-0725-AC07076C7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C7E2-2FDA-4869-B56E-CA6D46416EF8}" type="datetimeFigureOut">
              <a:rPr lang="en-ZA" smtClean="0"/>
              <a:t>2025/07/22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D9D7E-8471-8442-E8B9-DA1774654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0E3DB-23A3-071E-32C4-E43DB219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5C884-F91F-417E-AD82-A48F64C088A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0014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01DA98-1321-19B5-8734-7A725BD6F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0DA15-0394-C71A-BBFD-B8264594D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D0553-C6CD-8067-2FD1-4B4E4FFF3A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7C7E2-2FDA-4869-B56E-CA6D46416EF8}" type="datetimeFigureOut">
              <a:rPr lang="en-ZA" smtClean="0"/>
              <a:t>2025/07/22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0B5C0-AA80-1BE9-3CB4-C162D732FB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5D81C-BFF2-7102-E8D4-449C90D982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45C884-F91F-417E-AD82-A48F64C088A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23981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s/youtube-rojo-social-icono-jugar-1495277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hyperlink" Target="https://www.youtube.com/@WLVSolutions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s/youtube-rojo-social-icono-jugar-1495277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BF43A6-7CFA-8AA6-0A5E-BD594120092C}"/>
              </a:ext>
            </a:extLst>
          </p:cNvPr>
          <p:cNvSpPr/>
          <p:nvPr/>
        </p:nvSpPr>
        <p:spPr>
          <a:xfrm>
            <a:off x="0" y="5181600"/>
            <a:ext cx="12192000" cy="1676400"/>
          </a:xfrm>
          <a:prstGeom prst="rect">
            <a:avLst/>
          </a:prstGeom>
          <a:solidFill>
            <a:srgbClr val="2062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5" name="Picture 4" descr="A logo with a letter and a logo&#10;&#10;Description automatically generated with medium confidence">
            <a:extLst>
              <a:ext uri="{FF2B5EF4-FFF2-40B4-BE49-F238E27FC236}">
                <a16:creationId xmlns:a16="http://schemas.microsoft.com/office/drawing/2014/main" id="{97BD3EE1-ED30-7F5D-E428-0FF252B45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10940" y="2176246"/>
            <a:ext cx="7009396" cy="1542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67AE6E-5B06-784A-AA75-3ADD17FB5615}"/>
              </a:ext>
            </a:extLst>
          </p:cNvPr>
          <p:cNvSpPr txBox="1"/>
          <p:nvPr/>
        </p:nvSpPr>
        <p:spPr>
          <a:xfrm>
            <a:off x="227514" y="2176246"/>
            <a:ext cx="30702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206271"/>
                </a:solidFill>
              </a:rPr>
              <a:t>Weekly meeting</a:t>
            </a:r>
            <a:endParaRPr lang="en-ZA" sz="3200">
              <a:solidFill>
                <a:srgbClr val="20627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0F82CB-367D-A1CD-81D1-5420BF33B06D}"/>
              </a:ext>
            </a:extLst>
          </p:cNvPr>
          <p:cNvCxnSpPr/>
          <p:nvPr/>
        </p:nvCxnSpPr>
        <p:spPr>
          <a:xfrm>
            <a:off x="3604334" y="905522"/>
            <a:ext cx="0" cy="3915053"/>
          </a:xfrm>
          <a:prstGeom prst="line">
            <a:avLst/>
          </a:prstGeom>
          <a:ln>
            <a:solidFill>
              <a:srgbClr val="2062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B84379A-07B3-8007-21DE-AF4E97AF9FF6}"/>
              </a:ext>
            </a:extLst>
          </p:cNvPr>
          <p:cNvSpPr txBox="1"/>
          <p:nvPr/>
        </p:nvSpPr>
        <p:spPr>
          <a:xfrm>
            <a:off x="227514" y="2873107"/>
            <a:ext cx="3070215" cy="6186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 dirty="0"/>
              <a:t>Date: 23 July 2025</a:t>
            </a:r>
            <a:endParaRPr lang="en-US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Time: 10h00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65055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BF43A6-7CFA-8AA6-0A5E-BD594120092C}"/>
              </a:ext>
            </a:extLst>
          </p:cNvPr>
          <p:cNvSpPr/>
          <p:nvPr/>
        </p:nvSpPr>
        <p:spPr>
          <a:xfrm>
            <a:off x="0" y="5181600"/>
            <a:ext cx="12192000" cy="1676400"/>
          </a:xfrm>
          <a:prstGeom prst="rect">
            <a:avLst/>
          </a:prstGeom>
          <a:solidFill>
            <a:srgbClr val="2062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67AE6E-5B06-784A-AA75-3ADD17FB5615}"/>
              </a:ext>
            </a:extLst>
          </p:cNvPr>
          <p:cNvSpPr txBox="1"/>
          <p:nvPr/>
        </p:nvSpPr>
        <p:spPr>
          <a:xfrm>
            <a:off x="-221963" y="2615343"/>
            <a:ext cx="3070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>
                <a:solidFill>
                  <a:srgbClr val="206271"/>
                </a:solidFill>
              </a:rPr>
              <a:t>AGENDA</a:t>
            </a:r>
            <a:endParaRPr lang="en-ZA" sz="3600">
              <a:solidFill>
                <a:srgbClr val="20627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0F82CB-367D-A1CD-81D1-5420BF33B06D}"/>
              </a:ext>
            </a:extLst>
          </p:cNvPr>
          <p:cNvCxnSpPr>
            <a:cxnSpLocks/>
          </p:cNvCxnSpPr>
          <p:nvPr/>
        </p:nvCxnSpPr>
        <p:spPr>
          <a:xfrm>
            <a:off x="3604334" y="1376039"/>
            <a:ext cx="0" cy="3124940"/>
          </a:xfrm>
          <a:prstGeom prst="line">
            <a:avLst/>
          </a:prstGeom>
          <a:ln>
            <a:solidFill>
              <a:srgbClr val="2062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MicrosoftTeams-image">
            <a:extLst>
              <a:ext uri="{FF2B5EF4-FFF2-40B4-BE49-F238E27FC236}">
                <a16:creationId xmlns:a16="http://schemas.microsoft.com/office/drawing/2014/main" id="{51DD4C4B-57B4-5929-5507-65EBBC9FF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304" y="218164"/>
            <a:ext cx="3375604" cy="780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7A6040-7790-3A4C-79FB-22BAF6A983F2}"/>
              </a:ext>
            </a:extLst>
          </p:cNvPr>
          <p:cNvSpPr txBox="1"/>
          <p:nvPr/>
        </p:nvSpPr>
        <p:spPr>
          <a:xfrm>
            <a:off x="4031941" y="1362941"/>
            <a:ext cx="6239521" cy="28103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ZA" sz="2000">
                <a:solidFill>
                  <a:srgbClr val="206271"/>
                </a:solidFill>
                <a:latin typeface="Avenir Next LT Pro"/>
              </a:rPr>
              <a:t>Greeting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ZA" sz="2000">
                <a:solidFill>
                  <a:srgbClr val="206271"/>
                </a:solidFill>
                <a:latin typeface="Avenir Next LT Pro"/>
              </a:rPr>
              <a:t>Sales &amp; Marketing – WL, AH, DWF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ZA" sz="2000">
                <a:solidFill>
                  <a:srgbClr val="206271"/>
                </a:solidFill>
                <a:latin typeface="Avenir Next LT Pro"/>
              </a:rPr>
              <a:t>Projects &amp; Development – AH, LT ,AN, BW, AK, YN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ZA" sz="2000">
                <a:solidFill>
                  <a:srgbClr val="206271"/>
                </a:solidFill>
                <a:latin typeface="Avenir Next LT Pro"/>
              </a:rPr>
              <a:t>IT Support – WL, LT, AK,AH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ZA" sz="2000">
                <a:solidFill>
                  <a:srgbClr val="206271"/>
                </a:solidFill>
                <a:latin typeface="Avenir Next LT Pro"/>
              </a:rPr>
              <a:t>Policies &amp; Procedures - QA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ZA" sz="2000">
                <a:solidFill>
                  <a:srgbClr val="206271"/>
                </a:solidFill>
                <a:latin typeface="Avenir Next LT Pro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071687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FD837B-7D6F-981D-89B6-34919EA1F934}"/>
              </a:ext>
            </a:extLst>
          </p:cNvPr>
          <p:cNvGraphicFramePr>
            <a:graphicFrameLocks noGrp="1"/>
          </p:cNvGraphicFramePr>
          <p:nvPr/>
        </p:nvGraphicFramePr>
        <p:xfrm>
          <a:off x="-78441" y="0"/>
          <a:ext cx="12192000" cy="6871317"/>
        </p:xfrm>
        <a:graphic>
          <a:graphicData uri="http://schemas.openxmlformats.org/drawingml/2006/table">
            <a:tbl>
              <a:tblPr/>
              <a:tblGrid>
                <a:gridCol w="12192000">
                  <a:extLst>
                    <a:ext uri="{9D8B030D-6E8A-4147-A177-3AD203B41FA5}">
                      <a16:colId xmlns:a16="http://schemas.microsoft.com/office/drawing/2014/main" val="2012597138"/>
                    </a:ext>
                  </a:extLst>
                </a:gridCol>
              </a:tblGrid>
              <a:tr h="687131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b="1" i="0" u="none" strike="noStrike" noProof="0">
                          <a:solidFill>
                            <a:schemeClr val="lt1"/>
                          </a:solidFill>
                          <a:latin typeface="Calibri"/>
                        </a:rPr>
                        <a:t>Future-X Website</a:t>
                      </a:r>
                      <a:endParaRPr 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2062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68332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B507501-7A35-04ED-18B7-FEF1D5A7C822}"/>
              </a:ext>
            </a:extLst>
          </p:cNvPr>
          <p:cNvSpPr txBox="1"/>
          <p:nvPr/>
        </p:nvSpPr>
        <p:spPr>
          <a:xfrm>
            <a:off x="3800150" y="-41473"/>
            <a:ext cx="44271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>
                <a:solidFill>
                  <a:schemeClr val="bg1"/>
                </a:solidFill>
              </a:rPr>
              <a:t>Digital Marketing</a:t>
            </a:r>
            <a:endParaRPr lang="en-ZA" sz="4400" b="1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CB3F7E-70D7-E064-4331-322CFE153A12}"/>
              </a:ext>
            </a:extLst>
          </p:cNvPr>
          <p:cNvSpPr/>
          <p:nvPr/>
        </p:nvSpPr>
        <p:spPr>
          <a:xfrm>
            <a:off x="0" y="26377"/>
            <a:ext cx="11132598" cy="1062115"/>
          </a:xfrm>
          <a:prstGeom prst="rect">
            <a:avLst/>
          </a:prstGeom>
          <a:solidFill>
            <a:srgbClr val="8BB2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F681E8-60BD-F058-7613-B894D434D6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2426" y="13050"/>
            <a:ext cx="1062842" cy="10887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9925A92-DB25-EC53-CCFE-21196BEED19C}"/>
              </a:ext>
            </a:extLst>
          </p:cNvPr>
          <p:cNvSpPr txBox="1"/>
          <p:nvPr/>
        </p:nvSpPr>
        <p:spPr>
          <a:xfrm>
            <a:off x="3725456" y="172713"/>
            <a:ext cx="58295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Facebook Insights </a:t>
            </a:r>
            <a:endParaRPr lang="en-ZA" sz="4400" b="1">
              <a:solidFill>
                <a:schemeClr val="bg1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</p:txBody>
      </p:sp>
      <p:sp>
        <p:nvSpPr>
          <p:cNvPr id="16" name="Google Shape;92;p3">
            <a:extLst>
              <a:ext uri="{FF2B5EF4-FFF2-40B4-BE49-F238E27FC236}">
                <a16:creationId xmlns:a16="http://schemas.microsoft.com/office/drawing/2014/main" id="{5D8F4339-3A82-BEF0-8E54-93635623AF58}"/>
              </a:ext>
            </a:extLst>
          </p:cNvPr>
          <p:cNvSpPr txBox="1"/>
          <p:nvPr/>
        </p:nvSpPr>
        <p:spPr>
          <a:xfrm>
            <a:off x="1574050" y="1253413"/>
            <a:ext cx="4528929" cy="461624"/>
          </a:xfrm>
          <a:prstGeom prst="rect">
            <a:avLst/>
          </a:prstGeom>
          <a:noFill/>
          <a:ln w="9525" cap="flat" cmpd="sng">
            <a:solidFill>
              <a:srgbClr val="8BB2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400" b="1">
                <a:solidFill>
                  <a:schemeClr val="lt1"/>
                </a:solidFill>
                <a:latin typeface="Aptos Serif"/>
                <a:cs typeface="Aptos Serif"/>
              </a:rPr>
              <a:t>Previous Record</a:t>
            </a:r>
            <a:endParaRPr lang="en-US" sz="2400" b="1">
              <a:solidFill>
                <a:schemeClr val="lt1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</p:txBody>
      </p:sp>
      <p:sp>
        <p:nvSpPr>
          <p:cNvPr id="17" name="Google Shape;92;p3">
            <a:extLst>
              <a:ext uri="{FF2B5EF4-FFF2-40B4-BE49-F238E27FC236}">
                <a16:creationId xmlns:a16="http://schemas.microsoft.com/office/drawing/2014/main" id="{825A63EF-6FF8-E770-131E-52527F31ACE1}"/>
              </a:ext>
            </a:extLst>
          </p:cNvPr>
          <p:cNvSpPr txBox="1"/>
          <p:nvPr/>
        </p:nvSpPr>
        <p:spPr>
          <a:xfrm>
            <a:off x="6603129" y="1253412"/>
            <a:ext cx="4528929" cy="461624"/>
          </a:xfrm>
          <a:prstGeom prst="rect">
            <a:avLst/>
          </a:prstGeom>
          <a:noFill/>
          <a:ln w="9525" cap="flat" cmpd="sng">
            <a:solidFill>
              <a:srgbClr val="8BB2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400" b="1">
                <a:solidFill>
                  <a:schemeClr val="lt1"/>
                </a:solidFill>
                <a:latin typeface="Aptos Serif"/>
                <a:cs typeface="Aptos Serif"/>
              </a:rPr>
              <a:t>Current Week</a:t>
            </a:r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BFCCBC1-4D09-96A4-014B-C7542FCCF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984" y="1876425"/>
            <a:ext cx="4528137" cy="1411817"/>
          </a:xfrm>
          <a:prstGeom prst="rect">
            <a:avLst/>
          </a:prstGeom>
        </p:spPr>
      </p:pic>
      <p:pic>
        <p:nvPicPr>
          <p:cNvPr id="14" name="Picture 13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C5EBBA87-B45D-2F79-38F9-5D4F6B719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5219" y="3447697"/>
            <a:ext cx="4527667" cy="143016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AE4A9AA-D009-2638-3D0B-C7EB17771E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3330" y="4999919"/>
            <a:ext cx="4537982" cy="1488622"/>
          </a:xfrm>
          <a:prstGeom prst="rect">
            <a:avLst/>
          </a:prstGeom>
        </p:spPr>
      </p:pic>
      <p:pic>
        <p:nvPicPr>
          <p:cNvPr id="3" name="Picture 2" descr="A graph with numbers and percentages&#10;&#10;AI-generated content may be incorrect.">
            <a:extLst>
              <a:ext uri="{FF2B5EF4-FFF2-40B4-BE49-F238E27FC236}">
                <a16:creationId xmlns:a16="http://schemas.microsoft.com/office/drawing/2014/main" id="{235E40DA-674A-37CB-BAC1-08D69E7D27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106" y="1876336"/>
            <a:ext cx="4527071" cy="1408802"/>
          </a:xfrm>
          <a:prstGeom prst="rect">
            <a:avLst/>
          </a:prstGeom>
        </p:spPr>
      </p:pic>
      <p:pic>
        <p:nvPicPr>
          <p:cNvPr id="4" name="Picture 3" descr="A graph with numbers and arrows&#10;&#10;AI-generated content may be incorrect.">
            <a:extLst>
              <a:ext uri="{FF2B5EF4-FFF2-40B4-BE49-F238E27FC236}">
                <a16:creationId xmlns:a16="http://schemas.microsoft.com/office/drawing/2014/main" id="{E4A52193-2AB7-0A4D-46AF-3B2C45F407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2263" y="3445804"/>
            <a:ext cx="4529946" cy="1425696"/>
          </a:xfrm>
          <a:prstGeom prst="rect">
            <a:avLst/>
          </a:prstGeom>
        </p:spPr>
      </p:pic>
      <p:pic>
        <p:nvPicPr>
          <p:cNvPr id="5" name="Picture 4" descr="A white background with red text and numbers&#10;&#10;AI-generated content may be incorrect.">
            <a:extLst>
              <a:ext uri="{FF2B5EF4-FFF2-40B4-BE49-F238E27FC236}">
                <a16:creationId xmlns:a16="http://schemas.microsoft.com/office/drawing/2014/main" id="{145C0E9D-40CE-864E-C287-54F8C76D3B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2263" y="4998559"/>
            <a:ext cx="4522757" cy="1483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013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FD837B-7D6F-981D-89B6-34919EA1F934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6871317"/>
        </p:xfrm>
        <a:graphic>
          <a:graphicData uri="http://schemas.openxmlformats.org/drawingml/2006/table">
            <a:tbl>
              <a:tblPr/>
              <a:tblGrid>
                <a:gridCol w="12192000">
                  <a:extLst>
                    <a:ext uri="{9D8B030D-6E8A-4147-A177-3AD203B41FA5}">
                      <a16:colId xmlns:a16="http://schemas.microsoft.com/office/drawing/2014/main" val="2012597138"/>
                    </a:ext>
                  </a:extLst>
                </a:gridCol>
              </a:tblGrid>
              <a:tr h="6871317">
                <a:tc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2062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68332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B507501-7A35-04ED-18B7-FEF1D5A7C822}"/>
              </a:ext>
            </a:extLst>
          </p:cNvPr>
          <p:cNvSpPr txBox="1"/>
          <p:nvPr/>
        </p:nvSpPr>
        <p:spPr>
          <a:xfrm>
            <a:off x="3800150" y="-41473"/>
            <a:ext cx="44271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>
                <a:solidFill>
                  <a:schemeClr val="bg1"/>
                </a:solidFill>
              </a:rPr>
              <a:t>Digital Marketing</a:t>
            </a:r>
            <a:endParaRPr lang="en-ZA" sz="4400" b="1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CB3F7E-70D7-E064-4331-322CFE153A12}"/>
              </a:ext>
            </a:extLst>
          </p:cNvPr>
          <p:cNvSpPr/>
          <p:nvPr/>
        </p:nvSpPr>
        <p:spPr>
          <a:xfrm>
            <a:off x="0" y="26377"/>
            <a:ext cx="11132598" cy="1062115"/>
          </a:xfrm>
          <a:prstGeom prst="rect">
            <a:avLst/>
          </a:prstGeom>
          <a:solidFill>
            <a:srgbClr val="8BB2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AFB048-F1EF-B506-7836-E917BFFD0B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9355" y="13051"/>
            <a:ext cx="1062842" cy="10887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84D0E27-0E3B-4F0D-A19D-0FD8EF28B976}"/>
              </a:ext>
            </a:extLst>
          </p:cNvPr>
          <p:cNvSpPr txBox="1"/>
          <p:nvPr/>
        </p:nvSpPr>
        <p:spPr>
          <a:xfrm>
            <a:off x="4164243" y="173896"/>
            <a:ext cx="58295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Facebook Insights </a:t>
            </a:r>
            <a:endParaRPr lang="en-ZA" sz="4400" b="1">
              <a:solidFill>
                <a:schemeClr val="bg1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</p:txBody>
      </p:sp>
      <p:sp>
        <p:nvSpPr>
          <p:cNvPr id="9" name="Google Shape;92;p3">
            <a:extLst>
              <a:ext uri="{FF2B5EF4-FFF2-40B4-BE49-F238E27FC236}">
                <a16:creationId xmlns:a16="http://schemas.microsoft.com/office/drawing/2014/main" id="{AC0DAD51-B37B-ABA1-DBD9-1CEC61E75C56}"/>
              </a:ext>
            </a:extLst>
          </p:cNvPr>
          <p:cNvSpPr txBox="1"/>
          <p:nvPr/>
        </p:nvSpPr>
        <p:spPr>
          <a:xfrm>
            <a:off x="1564404" y="1890021"/>
            <a:ext cx="4528929" cy="461624"/>
          </a:xfrm>
          <a:prstGeom prst="rect">
            <a:avLst/>
          </a:prstGeom>
          <a:noFill/>
          <a:ln w="9525" cap="flat" cmpd="sng">
            <a:solidFill>
              <a:srgbClr val="8BB2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400" b="1">
                <a:solidFill>
                  <a:schemeClr val="lt1"/>
                </a:solidFill>
                <a:latin typeface="Aptos Serif"/>
                <a:cs typeface="Aptos Serif"/>
              </a:rPr>
              <a:t>Previous Record</a:t>
            </a:r>
            <a:endParaRPr lang="en-US" sz="2400" b="1">
              <a:solidFill>
                <a:schemeClr val="lt1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</p:txBody>
      </p:sp>
      <p:sp>
        <p:nvSpPr>
          <p:cNvPr id="12" name="Google Shape;92;p3">
            <a:extLst>
              <a:ext uri="{FF2B5EF4-FFF2-40B4-BE49-F238E27FC236}">
                <a16:creationId xmlns:a16="http://schemas.microsoft.com/office/drawing/2014/main" id="{626798A6-8D3B-0BBD-B64D-6621F35E2573}"/>
              </a:ext>
            </a:extLst>
          </p:cNvPr>
          <p:cNvSpPr txBox="1"/>
          <p:nvPr/>
        </p:nvSpPr>
        <p:spPr>
          <a:xfrm>
            <a:off x="6603129" y="1890020"/>
            <a:ext cx="4528929" cy="461624"/>
          </a:xfrm>
          <a:prstGeom prst="rect">
            <a:avLst/>
          </a:prstGeom>
          <a:noFill/>
          <a:ln w="9525" cap="flat" cmpd="sng">
            <a:solidFill>
              <a:srgbClr val="8BB2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400" b="1">
                <a:solidFill>
                  <a:schemeClr val="lt1"/>
                </a:solidFill>
                <a:latin typeface="Aptos Serif"/>
                <a:cs typeface="Aptos Serif"/>
              </a:rPr>
              <a:t>Current Week</a:t>
            </a:r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E6BC04-8F21-ABB1-324B-5A66ABFDB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781" y="2538413"/>
            <a:ext cx="4537983" cy="485775"/>
          </a:xfrm>
          <a:prstGeom prst="rect">
            <a:avLst/>
          </a:prstGeom>
        </p:spPr>
      </p:pic>
      <p:pic>
        <p:nvPicPr>
          <p:cNvPr id="10" name="Picture 9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A069E675-7CDF-6BC2-1438-FF8D835A08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8018" y="3183390"/>
            <a:ext cx="4525736" cy="1895476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6C79046-5768-5A3A-1922-A71A1604B6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0466" y="2539940"/>
            <a:ext cx="4526353" cy="484158"/>
          </a:xfrm>
          <a:prstGeom prst="rect">
            <a:avLst/>
          </a:prstGeom>
        </p:spPr>
      </p:pic>
      <p:pic>
        <p:nvPicPr>
          <p:cNvPr id="7" name="Picture 6" descr="A graph with blue lines and white text&#10;&#10;AI-generated content may be incorrect.">
            <a:extLst>
              <a:ext uri="{FF2B5EF4-FFF2-40B4-BE49-F238E27FC236}">
                <a16:creationId xmlns:a16="http://schemas.microsoft.com/office/drawing/2014/main" id="{A448B27F-56BE-1A02-26B6-60526A12DE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644" y="3186472"/>
            <a:ext cx="4525993" cy="1894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010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FD837B-7D6F-981D-89B6-34919EA1F934}"/>
              </a:ext>
            </a:extLst>
          </p:cNvPr>
          <p:cNvGraphicFramePr>
            <a:graphicFrameLocks noGrp="1"/>
          </p:cNvGraphicFramePr>
          <p:nvPr/>
        </p:nvGraphicFramePr>
        <p:xfrm>
          <a:off x="28121" y="26377"/>
          <a:ext cx="12192000" cy="6871317"/>
        </p:xfrm>
        <a:graphic>
          <a:graphicData uri="http://schemas.openxmlformats.org/drawingml/2006/table">
            <a:tbl>
              <a:tblPr/>
              <a:tblGrid>
                <a:gridCol w="12192000">
                  <a:extLst>
                    <a:ext uri="{9D8B030D-6E8A-4147-A177-3AD203B41FA5}">
                      <a16:colId xmlns:a16="http://schemas.microsoft.com/office/drawing/2014/main" val="2012597138"/>
                    </a:ext>
                  </a:extLst>
                </a:gridCol>
              </a:tblGrid>
              <a:tr h="6871317">
                <a:tc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2062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683327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3FCB3F7E-70D7-E064-4331-322CFE153A12}"/>
              </a:ext>
            </a:extLst>
          </p:cNvPr>
          <p:cNvSpPr/>
          <p:nvPr/>
        </p:nvSpPr>
        <p:spPr>
          <a:xfrm>
            <a:off x="0" y="26377"/>
            <a:ext cx="7757327" cy="1062115"/>
          </a:xfrm>
          <a:prstGeom prst="rect">
            <a:avLst/>
          </a:prstGeom>
          <a:solidFill>
            <a:srgbClr val="8BB2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6D43EA-D626-CE38-124E-EECD6BFF6218}"/>
              </a:ext>
            </a:extLst>
          </p:cNvPr>
          <p:cNvSpPr txBox="1"/>
          <p:nvPr/>
        </p:nvSpPr>
        <p:spPr>
          <a:xfrm>
            <a:off x="3071795" y="190823"/>
            <a:ext cx="26889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YouTube</a:t>
            </a:r>
            <a:endParaRPr lang="en-ZA" sz="4400" b="1">
              <a:solidFill>
                <a:schemeClr val="bg1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</p:txBody>
      </p:sp>
      <p:pic>
        <p:nvPicPr>
          <p:cNvPr id="4" name="Picture 3" descr="A red and white flag with a white triangle&#10;&#10;Description automatically generated">
            <a:extLst>
              <a:ext uri="{FF2B5EF4-FFF2-40B4-BE49-F238E27FC236}">
                <a16:creationId xmlns:a16="http://schemas.microsoft.com/office/drawing/2014/main" id="{63B7A4C4-4058-FEEB-87B3-4285FDA326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697608" y="190823"/>
            <a:ext cx="1158910" cy="80882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5852397-40C9-3310-0661-2C8970C8A84C}"/>
              </a:ext>
            </a:extLst>
          </p:cNvPr>
          <p:cNvSpPr txBox="1"/>
          <p:nvPr/>
        </p:nvSpPr>
        <p:spPr>
          <a:xfrm>
            <a:off x="703384" y="6236702"/>
            <a:ext cx="55768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 </a:t>
            </a:r>
            <a:r>
              <a:rPr lang="en-ZA" sz="2000" u="sng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https://www.youtube.com/@WLVSolutions</a:t>
            </a:r>
            <a:endParaRPr lang="en-ZA" sz="200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pic>
        <p:nvPicPr>
          <p:cNvPr id="3" name="Picture 2" descr="A screenshot of a video&#10;&#10;AI-generated content may be incorrect.">
            <a:extLst>
              <a:ext uri="{FF2B5EF4-FFF2-40B4-BE49-F238E27FC236}">
                <a16:creationId xmlns:a16="http://schemas.microsoft.com/office/drawing/2014/main" id="{345CC8A5-137D-E759-9094-3E758A6902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676" y="1467381"/>
            <a:ext cx="10724028" cy="449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2762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01462-8E84-B7D1-E0C8-DA152437F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EAC895-07F6-3A88-CB56-771BB634D4C8}"/>
              </a:ext>
            </a:extLst>
          </p:cNvPr>
          <p:cNvGraphicFramePr>
            <a:graphicFrameLocks noGrp="1"/>
          </p:cNvGraphicFramePr>
          <p:nvPr/>
        </p:nvGraphicFramePr>
        <p:xfrm>
          <a:off x="0" y="31401"/>
          <a:ext cx="12192000" cy="6871317"/>
        </p:xfrm>
        <a:graphic>
          <a:graphicData uri="http://schemas.openxmlformats.org/drawingml/2006/table">
            <a:tbl>
              <a:tblPr/>
              <a:tblGrid>
                <a:gridCol w="12192000">
                  <a:extLst>
                    <a:ext uri="{9D8B030D-6E8A-4147-A177-3AD203B41FA5}">
                      <a16:colId xmlns:a16="http://schemas.microsoft.com/office/drawing/2014/main" val="2012597138"/>
                    </a:ext>
                  </a:extLst>
                </a:gridCol>
              </a:tblGrid>
              <a:tr h="6871317">
                <a:tc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2062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683327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273F617A-E1A5-5A8C-C1FC-4BED231CA3E2}"/>
              </a:ext>
            </a:extLst>
          </p:cNvPr>
          <p:cNvSpPr/>
          <p:nvPr/>
        </p:nvSpPr>
        <p:spPr>
          <a:xfrm>
            <a:off x="0" y="26377"/>
            <a:ext cx="7757327" cy="1062115"/>
          </a:xfrm>
          <a:prstGeom prst="rect">
            <a:avLst/>
          </a:prstGeom>
          <a:solidFill>
            <a:srgbClr val="8BB2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5378E9-5F98-18F5-A141-FD3914C69084}"/>
              </a:ext>
            </a:extLst>
          </p:cNvPr>
          <p:cNvSpPr txBox="1"/>
          <p:nvPr/>
        </p:nvSpPr>
        <p:spPr>
          <a:xfrm>
            <a:off x="3071795" y="190823"/>
            <a:ext cx="26889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YouTube</a:t>
            </a:r>
            <a:endParaRPr lang="en-ZA" sz="4400" b="1">
              <a:solidFill>
                <a:schemeClr val="bg1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</p:txBody>
      </p:sp>
      <p:pic>
        <p:nvPicPr>
          <p:cNvPr id="4" name="Picture 3" descr="A red and white flag with a white triangle&#10;&#10;Description automatically generated">
            <a:extLst>
              <a:ext uri="{FF2B5EF4-FFF2-40B4-BE49-F238E27FC236}">
                <a16:creationId xmlns:a16="http://schemas.microsoft.com/office/drawing/2014/main" id="{C55E955D-04C7-4694-E664-5A2AF0125D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697608" y="190823"/>
            <a:ext cx="1158910" cy="808823"/>
          </a:xfrm>
          <a:prstGeom prst="rect">
            <a:avLst/>
          </a:prstGeom>
        </p:spPr>
      </p:pic>
      <p:sp>
        <p:nvSpPr>
          <p:cNvPr id="9" name="Google Shape;92;p3">
            <a:extLst>
              <a:ext uri="{FF2B5EF4-FFF2-40B4-BE49-F238E27FC236}">
                <a16:creationId xmlns:a16="http://schemas.microsoft.com/office/drawing/2014/main" id="{376B3093-BC97-A0B8-0D90-705C2E006CC8}"/>
              </a:ext>
            </a:extLst>
          </p:cNvPr>
          <p:cNvSpPr txBox="1"/>
          <p:nvPr/>
        </p:nvSpPr>
        <p:spPr>
          <a:xfrm>
            <a:off x="3184860" y="1716400"/>
            <a:ext cx="5368093" cy="584735"/>
          </a:xfrm>
          <a:prstGeom prst="rect">
            <a:avLst/>
          </a:prstGeom>
          <a:noFill/>
          <a:ln w="9525" cap="flat" cmpd="sng">
            <a:solidFill>
              <a:srgbClr val="8BB2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ZA" sz="3200" b="1" u="sng">
                <a:solidFill>
                  <a:schemeClr val="bg1"/>
                </a:solidFill>
                <a:latin typeface="Aptos"/>
                <a:cs typeface="Aptos Serif"/>
              </a:rPr>
              <a:t>YouTube Stats</a:t>
            </a:r>
          </a:p>
        </p:txBody>
      </p:sp>
      <p:pic>
        <p:nvPicPr>
          <p:cNvPr id="7" name="Picture 6" descr="A screenshot of a video&#10;&#10;AI-generated content may be incorrect.">
            <a:extLst>
              <a:ext uri="{FF2B5EF4-FFF2-40B4-BE49-F238E27FC236}">
                <a16:creationId xmlns:a16="http://schemas.microsoft.com/office/drawing/2014/main" id="{83618743-E667-B4A9-CBCB-8E0CE367A1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8914" y="2492749"/>
            <a:ext cx="5377142" cy="390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258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FD837B-7D6F-981D-89B6-34919EA1F934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6871317"/>
        </p:xfrm>
        <a:graphic>
          <a:graphicData uri="http://schemas.openxmlformats.org/drawingml/2006/table">
            <a:tbl>
              <a:tblPr/>
              <a:tblGrid>
                <a:gridCol w="12192000">
                  <a:extLst>
                    <a:ext uri="{9D8B030D-6E8A-4147-A177-3AD203B41FA5}">
                      <a16:colId xmlns:a16="http://schemas.microsoft.com/office/drawing/2014/main" val="2012597138"/>
                    </a:ext>
                  </a:extLst>
                </a:gridCol>
              </a:tblGrid>
              <a:tr h="6871317">
                <a:tc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2062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68332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B507501-7A35-04ED-18B7-FEF1D5A7C822}"/>
              </a:ext>
            </a:extLst>
          </p:cNvPr>
          <p:cNvSpPr txBox="1"/>
          <p:nvPr/>
        </p:nvSpPr>
        <p:spPr>
          <a:xfrm>
            <a:off x="3800150" y="-41473"/>
            <a:ext cx="44271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>
                <a:solidFill>
                  <a:schemeClr val="bg1"/>
                </a:solidFill>
              </a:rPr>
              <a:t>Digital Marketing</a:t>
            </a:r>
            <a:endParaRPr lang="en-ZA" sz="4400" b="1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CB3F7E-70D7-E064-4331-322CFE153A12}"/>
              </a:ext>
            </a:extLst>
          </p:cNvPr>
          <p:cNvSpPr/>
          <p:nvPr/>
        </p:nvSpPr>
        <p:spPr>
          <a:xfrm>
            <a:off x="0" y="26375"/>
            <a:ext cx="11132598" cy="1062115"/>
          </a:xfrm>
          <a:prstGeom prst="rect">
            <a:avLst/>
          </a:prstGeom>
          <a:solidFill>
            <a:srgbClr val="8BB2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6D43EA-D626-CE38-124E-EECD6BFF6218}"/>
              </a:ext>
            </a:extLst>
          </p:cNvPr>
          <p:cNvSpPr txBox="1"/>
          <p:nvPr/>
        </p:nvSpPr>
        <p:spPr>
          <a:xfrm>
            <a:off x="3098941" y="172713"/>
            <a:ext cx="58295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Google Reviews  </a:t>
            </a:r>
            <a:endParaRPr lang="en-ZA" sz="4400" b="1">
              <a:solidFill>
                <a:schemeClr val="bg1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8BFCDA-97A1-33FC-AFEB-A02AD3D1B3BE}"/>
              </a:ext>
            </a:extLst>
          </p:cNvPr>
          <p:cNvSpPr/>
          <p:nvPr/>
        </p:nvSpPr>
        <p:spPr>
          <a:xfrm>
            <a:off x="1978992" y="3412884"/>
            <a:ext cx="3824807" cy="236811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127539-DD27-7560-6630-5C42BE11558A}"/>
              </a:ext>
            </a:extLst>
          </p:cNvPr>
          <p:cNvSpPr txBox="1"/>
          <p:nvPr/>
        </p:nvSpPr>
        <p:spPr>
          <a:xfrm>
            <a:off x="2453701" y="4287777"/>
            <a:ext cx="268941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Reviews: 9 </a:t>
            </a:r>
          </a:p>
          <a:p>
            <a:r>
              <a:rPr lang="en-US">
                <a:solidFill>
                  <a:schemeClr val="bg1"/>
                </a:solidFill>
              </a:rPr>
              <a:t>All 5-star reviews</a:t>
            </a:r>
          </a:p>
        </p:txBody>
      </p:sp>
      <p:pic>
        <p:nvPicPr>
          <p:cNvPr id="3" name="Picture 2" descr="A screenshot of a website&#10;&#10;AI-generated content may be incorrect.">
            <a:extLst>
              <a:ext uri="{FF2B5EF4-FFF2-40B4-BE49-F238E27FC236}">
                <a16:creationId xmlns:a16="http://schemas.microsoft.com/office/drawing/2014/main" id="{B62E57A5-4AFB-7F94-F49B-DF6C1D37C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689" y="1810158"/>
            <a:ext cx="3835399" cy="1387475"/>
          </a:xfrm>
          <a:prstGeom prst="rect">
            <a:avLst/>
          </a:prstGeom>
        </p:spPr>
      </p:pic>
      <p:pic>
        <p:nvPicPr>
          <p:cNvPr id="9" name="Picture 8" descr="A screenshot of a review&#10;&#10;AI-generated content may be incorrect.">
            <a:extLst>
              <a:ext uri="{FF2B5EF4-FFF2-40B4-BE49-F238E27FC236}">
                <a16:creationId xmlns:a16="http://schemas.microsoft.com/office/drawing/2014/main" id="{A191836F-2DD8-43C3-983E-FA8DCB4C7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921" y="3413125"/>
            <a:ext cx="3722158" cy="2381250"/>
          </a:xfrm>
          <a:prstGeom prst="rect">
            <a:avLst/>
          </a:prstGeom>
        </p:spPr>
      </p:pic>
      <p:pic>
        <p:nvPicPr>
          <p:cNvPr id="4" name="Picture 3" descr="A screenshot of a review&#10;&#10;AI-generated content may be incorrect.">
            <a:extLst>
              <a:ext uri="{FF2B5EF4-FFF2-40B4-BE49-F238E27FC236}">
                <a16:creationId xmlns:a16="http://schemas.microsoft.com/office/drawing/2014/main" id="{B91D80F7-DAB4-8D88-7296-570037579F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304" b="25405"/>
          <a:stretch>
            <a:fillRect/>
          </a:stretch>
        </p:blipFill>
        <p:spPr>
          <a:xfrm>
            <a:off x="6007474" y="1808070"/>
            <a:ext cx="3718139" cy="139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27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FD837B-7D6F-981D-89B6-34919EA1F934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6871317"/>
        </p:xfrm>
        <a:graphic>
          <a:graphicData uri="http://schemas.openxmlformats.org/drawingml/2006/table">
            <a:tbl>
              <a:tblPr/>
              <a:tblGrid>
                <a:gridCol w="12192000">
                  <a:extLst>
                    <a:ext uri="{9D8B030D-6E8A-4147-A177-3AD203B41FA5}">
                      <a16:colId xmlns:a16="http://schemas.microsoft.com/office/drawing/2014/main" val="2012597138"/>
                    </a:ext>
                  </a:extLst>
                </a:gridCol>
              </a:tblGrid>
              <a:tr h="6871317">
                <a:tc>
                  <a:txBody>
                    <a:bodyPr/>
                    <a:lstStyle/>
                    <a:p>
                      <a:r>
                        <a:rPr lang="en-ZA" err="1"/>
                        <a:t>sssssssssss</a:t>
                      </a:r>
                      <a:endParaRPr lang="en-ZA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2062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683327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1A8C61CE-B500-84C7-A999-1D771E442FB2}"/>
              </a:ext>
            </a:extLst>
          </p:cNvPr>
          <p:cNvSpPr/>
          <p:nvPr/>
        </p:nvSpPr>
        <p:spPr>
          <a:xfrm>
            <a:off x="0" y="-9135"/>
            <a:ext cx="11132598" cy="1062115"/>
          </a:xfrm>
          <a:prstGeom prst="rect">
            <a:avLst/>
          </a:prstGeom>
          <a:solidFill>
            <a:srgbClr val="8BB2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A3D5EA-4523-4453-A445-41C6CD482424}"/>
              </a:ext>
            </a:extLst>
          </p:cNvPr>
          <p:cNvSpPr txBox="1"/>
          <p:nvPr/>
        </p:nvSpPr>
        <p:spPr>
          <a:xfrm>
            <a:off x="3576577" y="137201"/>
            <a:ext cx="58295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CALENDAR</a:t>
            </a:r>
            <a:endParaRPr lang="en-ZA" sz="4400" b="1">
              <a:solidFill>
                <a:schemeClr val="bg1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</p:txBody>
      </p:sp>
      <p:sp>
        <p:nvSpPr>
          <p:cNvPr id="7" name="Google Shape;92;p3">
            <a:extLst>
              <a:ext uri="{FF2B5EF4-FFF2-40B4-BE49-F238E27FC236}">
                <a16:creationId xmlns:a16="http://schemas.microsoft.com/office/drawing/2014/main" id="{4E8F5683-C7A6-6394-FC79-47BA7E6E60C8}"/>
              </a:ext>
            </a:extLst>
          </p:cNvPr>
          <p:cNvSpPr txBox="1"/>
          <p:nvPr/>
        </p:nvSpPr>
        <p:spPr>
          <a:xfrm>
            <a:off x="349062" y="1340224"/>
            <a:ext cx="3631892" cy="2354450"/>
          </a:xfrm>
          <a:prstGeom prst="rect">
            <a:avLst/>
          </a:prstGeom>
          <a:noFill/>
          <a:ln w="9525" cap="flat" cmpd="sng">
            <a:solidFill>
              <a:srgbClr val="8BB2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400" b="1">
                <a:solidFill>
                  <a:schemeClr val="lt1"/>
                </a:solidFill>
                <a:latin typeface="Aptos Serif"/>
                <a:cs typeface="Aptos Serif"/>
              </a:rPr>
              <a:t>Post Schedule for Facebook</a:t>
            </a:r>
            <a:endParaRPr lang="en-US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457200" indent="-327025">
              <a:buFont typeface="Arial,Sans-Serif"/>
              <a:buChar char="•"/>
            </a:pPr>
            <a:endParaRPr lang="en-GB" sz="1500">
              <a:solidFill>
                <a:schemeClr val="lt1"/>
              </a:solidFill>
              <a:latin typeface="Aptos Serif"/>
              <a:cs typeface="Aptos Serif"/>
            </a:endParaRPr>
          </a:p>
          <a:p>
            <a:pPr marL="457200" indent="-327025">
              <a:buFont typeface="Arial,Sans-Serif"/>
              <a:buChar char="•"/>
            </a:pPr>
            <a:r>
              <a:rPr lang="en-GB" sz="1500">
                <a:solidFill>
                  <a:schemeClr val="lt1"/>
                </a:solidFill>
                <a:latin typeface="Aptos Serif"/>
                <a:cs typeface="Aptos Serif"/>
              </a:rPr>
              <a:t>Post at 8AM or 8PM.</a:t>
            </a:r>
            <a:endParaRPr lang="en-US" sz="1500">
              <a:solidFill>
                <a:schemeClr val="lt1"/>
              </a:solidFill>
              <a:latin typeface="Aptos Serif"/>
              <a:cs typeface="Aptos Serif"/>
            </a:endParaRPr>
          </a:p>
          <a:p>
            <a:pPr marL="457200" indent="-327025">
              <a:buFont typeface="Arial,Sans-Serif"/>
              <a:buChar char="•"/>
            </a:pPr>
            <a:r>
              <a:rPr lang="en-GB" sz="1500">
                <a:solidFill>
                  <a:schemeClr val="lt1"/>
                </a:solidFill>
                <a:latin typeface="Aptos Serif"/>
                <a:cs typeface="Aptos Serif"/>
              </a:rPr>
              <a:t>As these are the times when users are most active online.</a:t>
            </a:r>
            <a:endParaRPr lang="en-US" sz="1500">
              <a:solidFill>
                <a:schemeClr val="lt1"/>
              </a:solidFill>
              <a:latin typeface="Aptos Serif"/>
              <a:cs typeface="Aptos Serif"/>
            </a:endParaRPr>
          </a:p>
          <a:p>
            <a:pPr marL="457200" indent="-327025">
              <a:buFont typeface="Arial,Sans-Serif"/>
              <a:buChar char="•"/>
            </a:pPr>
            <a:endParaRPr lang="en-GB" sz="1500">
              <a:solidFill>
                <a:schemeClr val="lt1"/>
              </a:solidFill>
              <a:latin typeface="Aptos Serif"/>
              <a:ea typeface="Calibri" panose="020F0502020204030204"/>
              <a:cs typeface="Aptos Serif"/>
            </a:endParaRPr>
          </a:p>
          <a:p>
            <a:pPr algn="ctr"/>
            <a:endParaRPr lang="en-US" sz="2400" b="1">
              <a:solidFill>
                <a:schemeClr val="lt1"/>
              </a:solidFill>
              <a:latin typeface="Aptos Serif"/>
              <a:cs typeface="Aptos Serif"/>
            </a:endParaRPr>
          </a:p>
        </p:txBody>
      </p:sp>
      <p:pic>
        <p:nvPicPr>
          <p:cNvPr id="5" name="Picture 4" descr="A calendar with numbers and a list of events&#10;&#10;AI-generated content may be incorrect.">
            <a:extLst>
              <a:ext uri="{FF2B5EF4-FFF2-40B4-BE49-F238E27FC236}">
                <a16:creationId xmlns:a16="http://schemas.microsoft.com/office/drawing/2014/main" id="{F0E5F390-EF7E-1988-D2A3-F12D46D89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1157" y="1337177"/>
            <a:ext cx="6892724" cy="5167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242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27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FBE84-3663-3313-269A-0C6626786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4A918FE-1B1B-1A69-7759-F16FFD1C7907}"/>
              </a:ext>
            </a:extLst>
          </p:cNvPr>
          <p:cNvSpPr/>
          <p:nvPr/>
        </p:nvSpPr>
        <p:spPr>
          <a:xfrm>
            <a:off x="1983504" y="424511"/>
            <a:ext cx="9173823" cy="1062115"/>
          </a:xfrm>
          <a:prstGeom prst="rect">
            <a:avLst/>
          </a:prstGeom>
          <a:solidFill>
            <a:srgbClr val="8BB2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AD8560-954E-49F8-2683-D8B95A69311C}"/>
              </a:ext>
            </a:extLst>
          </p:cNvPr>
          <p:cNvSpPr txBox="1"/>
          <p:nvPr/>
        </p:nvSpPr>
        <p:spPr>
          <a:xfrm>
            <a:off x="2808429" y="570847"/>
            <a:ext cx="7735746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685800">
              <a:spcAft>
                <a:spcPts val="600"/>
              </a:spcAft>
            </a:pPr>
            <a:r>
              <a:rPr lang="en-US" sz="4400">
                <a:solidFill>
                  <a:schemeClr val="bg1"/>
                </a:solidFill>
                <a:latin typeface="Aptos Serif"/>
                <a:cs typeface="Aptos Serif"/>
              </a:rPr>
              <a:t>Learning  </a:t>
            </a:r>
            <a:endParaRPr lang="en-ZA" sz="6000">
              <a:solidFill>
                <a:schemeClr val="bg1"/>
              </a:solidFill>
              <a:latin typeface="Aptos Serif"/>
              <a:cs typeface="Aptos Serif"/>
            </a:endParaRPr>
          </a:p>
        </p:txBody>
      </p:sp>
      <p:sp>
        <p:nvSpPr>
          <p:cNvPr id="17" name="Google Shape;92;p3">
            <a:extLst>
              <a:ext uri="{FF2B5EF4-FFF2-40B4-BE49-F238E27FC236}">
                <a16:creationId xmlns:a16="http://schemas.microsoft.com/office/drawing/2014/main" id="{C822B45B-90D0-DACE-C928-2C1033EFD6D3}"/>
              </a:ext>
            </a:extLst>
          </p:cNvPr>
          <p:cNvSpPr txBox="1"/>
          <p:nvPr/>
        </p:nvSpPr>
        <p:spPr>
          <a:xfrm>
            <a:off x="1983504" y="1632846"/>
            <a:ext cx="4325856" cy="1669647"/>
          </a:xfrm>
          <a:prstGeom prst="rect">
            <a:avLst/>
          </a:prstGeom>
          <a:noFill/>
          <a:ln w="9525" cap="flat" cmpd="sng">
            <a:solidFill>
              <a:srgbClr val="8BB2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lt1"/>
                </a:solidFill>
                <a:latin typeface="Aptos Serif"/>
                <a:cs typeface="Aptos Serif"/>
              </a:rPr>
              <a:t>Mailchimp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550" b="1">
              <a:solidFill>
                <a:schemeClr val="lt1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  <a:p>
            <a:pPr marL="457200" indent="-327025">
              <a:buClr>
                <a:schemeClr val="lt1"/>
              </a:buClr>
              <a:buSzPts val="1550"/>
              <a:buFont typeface="Arial" panose="020B0604020202020204" pitchFamily="34" charset="0"/>
              <a:buChar char="•"/>
            </a:pPr>
            <a:r>
              <a:rPr lang="en-GB" sz="1500">
                <a:solidFill>
                  <a:schemeClr val="lt1"/>
                </a:solidFill>
                <a:latin typeface="Aptos Serif"/>
                <a:cs typeface="Aptos Serif"/>
                <a:sym typeface="Arial"/>
              </a:rPr>
              <a:t>Sending emails</a:t>
            </a:r>
            <a:endParaRPr lang="en-GB" sz="1500">
              <a:solidFill>
                <a:schemeClr val="lt1"/>
              </a:solidFill>
              <a:latin typeface="Aptos Serif"/>
              <a:cs typeface="Aptos Serif"/>
            </a:endParaRPr>
          </a:p>
          <a:p>
            <a:pPr marL="457200" indent="-327025">
              <a:buClr>
                <a:schemeClr val="lt1"/>
              </a:buClr>
              <a:buSzPts val="1550"/>
              <a:buFont typeface="Arial" panose="020B0604020202020204" pitchFamily="34" charset="0"/>
              <a:buChar char="•"/>
            </a:pPr>
            <a:r>
              <a:rPr lang="en-GB" sz="1500">
                <a:solidFill>
                  <a:schemeClr val="lt1"/>
                </a:solidFill>
                <a:latin typeface="Aptos Serif"/>
                <a:cs typeface="Aptos Serif"/>
              </a:rPr>
              <a:t>User journeys</a:t>
            </a:r>
          </a:p>
          <a:p>
            <a:pPr marL="457200" indent="-327025">
              <a:buClr>
                <a:schemeClr val="lt1"/>
              </a:buClr>
              <a:buSzPts val="1550"/>
              <a:buFont typeface="Arial" panose="020B0604020202020204" pitchFamily="34" charset="0"/>
              <a:buChar char="•"/>
            </a:pPr>
            <a:r>
              <a:rPr lang="en-GB" sz="1500">
                <a:solidFill>
                  <a:schemeClr val="lt1"/>
                </a:solidFill>
                <a:latin typeface="Aptos Serif"/>
                <a:cs typeface="Aptos Serif"/>
              </a:rPr>
              <a:t>Integrating with </a:t>
            </a:r>
            <a:r>
              <a:rPr lang="en-GB" sz="1500" err="1">
                <a:solidFill>
                  <a:schemeClr val="lt1"/>
                </a:solidFill>
                <a:latin typeface="Aptos Serif"/>
                <a:cs typeface="Aptos Serif"/>
              </a:rPr>
              <a:t>wordpress</a:t>
            </a:r>
          </a:p>
          <a:p>
            <a:pPr marL="457200" marR="0" lvl="0" indent="-327025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Char char="●"/>
            </a:pPr>
            <a:endParaRPr lang="en-GB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Google Shape;92;p3">
            <a:extLst>
              <a:ext uri="{FF2B5EF4-FFF2-40B4-BE49-F238E27FC236}">
                <a16:creationId xmlns:a16="http://schemas.microsoft.com/office/drawing/2014/main" id="{77DFDCFB-5788-29A5-FD9B-4B8E47B9D414}"/>
              </a:ext>
            </a:extLst>
          </p:cNvPr>
          <p:cNvSpPr txBox="1"/>
          <p:nvPr/>
        </p:nvSpPr>
        <p:spPr>
          <a:xfrm>
            <a:off x="6569881" y="1632846"/>
            <a:ext cx="4325856" cy="1669647"/>
          </a:xfrm>
          <a:prstGeom prst="rect">
            <a:avLst/>
          </a:prstGeom>
          <a:noFill/>
          <a:ln w="9525" cap="flat" cmpd="sng">
            <a:solidFill>
              <a:srgbClr val="8BB2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lt1"/>
                </a:solidFill>
                <a:latin typeface="Aptos Serif"/>
                <a:cs typeface="Aptos Serif"/>
              </a:rPr>
              <a:t>Backend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550" b="1">
              <a:solidFill>
                <a:schemeClr val="lt1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  <a:p>
            <a:pPr marL="457200" indent="-327025">
              <a:buClr>
                <a:schemeClr val="lt1"/>
              </a:buClr>
              <a:buSzPts val="1550"/>
              <a:buFont typeface="Arial" panose="020B0604020202020204" pitchFamily="34" charset="0"/>
              <a:buChar char="•"/>
            </a:pPr>
            <a:r>
              <a:rPr lang="en-GB" sz="1500">
                <a:solidFill>
                  <a:schemeClr val="lt1"/>
                </a:solidFill>
                <a:latin typeface="Aptos Serif"/>
                <a:cs typeface="Aptos Serif"/>
              </a:rPr>
              <a:t>Fetching </a:t>
            </a:r>
            <a:r>
              <a:rPr lang="en-GB" sz="1500" err="1">
                <a:solidFill>
                  <a:schemeClr val="lt1"/>
                </a:solidFill>
                <a:latin typeface="Aptos Serif"/>
                <a:cs typeface="Aptos Serif"/>
              </a:rPr>
              <a:t>apis</a:t>
            </a:r>
          </a:p>
          <a:p>
            <a:pPr marL="457200" indent="-327025">
              <a:buClr>
                <a:schemeClr val="lt1"/>
              </a:buClr>
              <a:buSzPts val="1550"/>
              <a:buFont typeface="Arial" panose="020B0604020202020204" pitchFamily="34" charset="0"/>
              <a:buChar char="•"/>
            </a:pPr>
            <a:r>
              <a:rPr lang="en-GB" sz="1500">
                <a:solidFill>
                  <a:schemeClr val="lt1"/>
                </a:solidFill>
                <a:latin typeface="Aptos Serif"/>
                <a:cs typeface="Aptos Serif"/>
              </a:rPr>
              <a:t>Authentication</a:t>
            </a:r>
          </a:p>
          <a:p>
            <a:pPr marL="457200" indent="-327025">
              <a:buClr>
                <a:schemeClr val="lt1"/>
              </a:buClr>
              <a:buSzPts val="1550"/>
              <a:buFont typeface="Arial" panose="020B0604020202020204" pitchFamily="34" charset="0"/>
              <a:buChar char="•"/>
            </a:pPr>
            <a:r>
              <a:rPr lang="en-GB" sz="1500">
                <a:solidFill>
                  <a:schemeClr val="lt1"/>
                </a:solidFill>
                <a:latin typeface="Aptos Serif"/>
                <a:cs typeface="Aptos Serif"/>
              </a:rPr>
              <a:t>Cookies</a:t>
            </a:r>
          </a:p>
          <a:p>
            <a:pPr marL="457200" marR="0" lvl="0" indent="-327025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Char char="●"/>
            </a:pPr>
            <a:endParaRPr lang="en-GB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Google Shape;92;p3">
            <a:extLst>
              <a:ext uri="{FF2B5EF4-FFF2-40B4-BE49-F238E27FC236}">
                <a16:creationId xmlns:a16="http://schemas.microsoft.com/office/drawing/2014/main" id="{F99F589E-9189-89DF-177F-E07B6D0FD870}"/>
              </a:ext>
            </a:extLst>
          </p:cNvPr>
          <p:cNvSpPr txBox="1"/>
          <p:nvPr/>
        </p:nvSpPr>
        <p:spPr>
          <a:xfrm>
            <a:off x="4672070" y="3861336"/>
            <a:ext cx="4325856" cy="1669647"/>
          </a:xfrm>
          <a:prstGeom prst="rect">
            <a:avLst/>
          </a:prstGeom>
          <a:noFill/>
          <a:ln w="9525" cap="flat" cmpd="sng">
            <a:solidFill>
              <a:srgbClr val="8BB2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lt1"/>
                </a:solidFill>
                <a:latin typeface="Aptos Serif"/>
                <a:cs typeface="Aptos Serif"/>
              </a:rPr>
              <a:t>Vue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550" b="1">
              <a:solidFill>
                <a:schemeClr val="lt1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  <a:p>
            <a:pPr marL="457200" indent="-327025">
              <a:buClr>
                <a:schemeClr val="lt1"/>
              </a:buClr>
              <a:buSzPts val="1550"/>
              <a:buFont typeface="Arial" panose="020B0604020202020204" pitchFamily="34" charset="0"/>
              <a:buChar char="•"/>
            </a:pPr>
            <a:r>
              <a:rPr lang="en-GB" sz="1500">
                <a:solidFill>
                  <a:schemeClr val="lt1"/>
                </a:solidFill>
                <a:latin typeface="Aptos Serif"/>
                <a:cs typeface="Aptos Serif"/>
              </a:rPr>
              <a:t>Built a </a:t>
            </a:r>
            <a:r>
              <a:rPr lang="en-GB" sz="1500" err="1">
                <a:solidFill>
                  <a:schemeClr val="lt1"/>
                </a:solidFill>
                <a:latin typeface="Aptos Serif"/>
                <a:cs typeface="Aptos Serif"/>
              </a:rPr>
              <a:t>todo</a:t>
            </a:r>
            <a:r>
              <a:rPr lang="en-GB" sz="1500">
                <a:solidFill>
                  <a:schemeClr val="lt1"/>
                </a:solidFill>
                <a:latin typeface="Aptos Serif"/>
                <a:cs typeface="Aptos Serif"/>
              </a:rPr>
              <a:t> app</a:t>
            </a:r>
          </a:p>
          <a:p>
            <a:pPr marL="457200" indent="-327025">
              <a:buClr>
                <a:schemeClr val="lt1"/>
              </a:buClr>
              <a:buSzPts val="1550"/>
              <a:buFont typeface="Arial" panose="020B0604020202020204" pitchFamily="34" charset="0"/>
              <a:buChar char="•"/>
            </a:pPr>
            <a:r>
              <a:rPr lang="en-GB" sz="1500">
                <a:solidFill>
                  <a:schemeClr val="lt1"/>
                </a:solidFill>
                <a:latin typeface="Aptos Serif"/>
                <a:cs typeface="Aptos Serif"/>
              </a:rPr>
              <a:t>Using CLI</a:t>
            </a:r>
          </a:p>
          <a:p>
            <a:pPr marL="457200" indent="-327025">
              <a:buClr>
                <a:schemeClr val="lt1"/>
              </a:buClr>
              <a:buSzPts val="1550"/>
              <a:buFont typeface="Arial" panose="020B0604020202020204" pitchFamily="34" charset="0"/>
              <a:buChar char="•"/>
            </a:pPr>
            <a:r>
              <a:rPr lang="en-GB" sz="1500">
                <a:solidFill>
                  <a:schemeClr val="lt1"/>
                </a:solidFill>
                <a:latin typeface="Aptos Serif"/>
                <a:cs typeface="Aptos Serif"/>
              </a:rPr>
              <a:t>Combining with PHP</a:t>
            </a:r>
          </a:p>
          <a:p>
            <a:pPr marL="457200" marR="0" lvl="0" indent="-327025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Char char="●"/>
            </a:pPr>
            <a:endParaRPr lang="en-GB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95072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FD837B-7D6F-981D-89B6-34919EA1F934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6871317"/>
        </p:xfrm>
        <a:graphic>
          <a:graphicData uri="http://schemas.openxmlformats.org/drawingml/2006/table">
            <a:tbl>
              <a:tblPr/>
              <a:tblGrid>
                <a:gridCol w="12192000">
                  <a:extLst>
                    <a:ext uri="{9D8B030D-6E8A-4147-A177-3AD203B41FA5}">
                      <a16:colId xmlns:a16="http://schemas.microsoft.com/office/drawing/2014/main" val="2012597138"/>
                    </a:ext>
                  </a:extLst>
                </a:gridCol>
              </a:tblGrid>
              <a:tr h="6871317">
                <a:tc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2062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68332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FD8CBB3-46AA-1700-CCBA-A7B98D9CC15D}"/>
              </a:ext>
            </a:extLst>
          </p:cNvPr>
          <p:cNvSpPr/>
          <p:nvPr/>
        </p:nvSpPr>
        <p:spPr>
          <a:xfrm>
            <a:off x="65151" y="23221"/>
            <a:ext cx="8707060" cy="800743"/>
          </a:xfrm>
          <a:prstGeom prst="rect">
            <a:avLst/>
          </a:prstGeom>
          <a:solidFill>
            <a:srgbClr val="8BB2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A63DD3-1AF4-F0AA-E8D2-94B5B049B8C3}"/>
              </a:ext>
            </a:extLst>
          </p:cNvPr>
          <p:cNvSpPr txBox="1"/>
          <p:nvPr/>
        </p:nvSpPr>
        <p:spPr>
          <a:xfrm>
            <a:off x="728342" y="69649"/>
            <a:ext cx="66808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Sales / Municipalities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C2A5D1-EEF0-2C1D-3804-21E8593456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43383"/>
              </p:ext>
            </p:extLst>
          </p:nvPr>
        </p:nvGraphicFramePr>
        <p:xfrm>
          <a:off x="293077" y="1874520"/>
          <a:ext cx="11605845" cy="3108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48098">
                  <a:extLst>
                    <a:ext uri="{9D8B030D-6E8A-4147-A177-3AD203B41FA5}">
                      <a16:colId xmlns:a16="http://schemas.microsoft.com/office/drawing/2014/main" val="3066649033"/>
                    </a:ext>
                  </a:extLst>
                </a:gridCol>
                <a:gridCol w="1493757">
                  <a:extLst>
                    <a:ext uri="{9D8B030D-6E8A-4147-A177-3AD203B41FA5}">
                      <a16:colId xmlns:a16="http://schemas.microsoft.com/office/drawing/2014/main" val="534993067"/>
                    </a:ext>
                  </a:extLst>
                </a:gridCol>
                <a:gridCol w="2775350">
                  <a:extLst>
                    <a:ext uri="{9D8B030D-6E8A-4147-A177-3AD203B41FA5}">
                      <a16:colId xmlns:a16="http://schemas.microsoft.com/office/drawing/2014/main" val="1249549373"/>
                    </a:ext>
                  </a:extLst>
                </a:gridCol>
                <a:gridCol w="2062880">
                  <a:extLst>
                    <a:ext uri="{9D8B030D-6E8A-4147-A177-3AD203B41FA5}">
                      <a16:colId xmlns:a16="http://schemas.microsoft.com/office/drawing/2014/main" val="738204216"/>
                    </a:ext>
                  </a:extLst>
                </a:gridCol>
                <a:gridCol w="2062880">
                  <a:extLst>
                    <a:ext uri="{9D8B030D-6E8A-4147-A177-3AD203B41FA5}">
                      <a16:colId xmlns:a16="http://schemas.microsoft.com/office/drawing/2014/main" val="2393013205"/>
                    </a:ext>
                  </a:extLst>
                </a:gridCol>
                <a:gridCol w="2062880">
                  <a:extLst>
                    <a:ext uri="{9D8B030D-6E8A-4147-A177-3AD203B41FA5}">
                      <a16:colId xmlns:a16="http://schemas.microsoft.com/office/drawing/2014/main" val="899146739"/>
                    </a:ext>
                  </a:extLst>
                </a:gridCol>
              </a:tblGrid>
              <a:tr h="293519">
                <a:tc>
                  <a:txBody>
                    <a:bodyPr/>
                    <a:lstStyle/>
                    <a:p>
                      <a:pPr algn="ctr"/>
                      <a:r>
                        <a:rPr lang="en-US" sz="1400" u="sng"/>
                        <a:t>Month </a:t>
                      </a:r>
                      <a:endParaRPr lang="en-ZA" sz="1400" u="sng"/>
                    </a:p>
                  </a:txBody>
                  <a:tcPr>
                    <a:solidFill>
                      <a:srgbClr val="8BB2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sng"/>
                        <a:t>Closing date </a:t>
                      </a:r>
                      <a:endParaRPr lang="en-ZA" sz="1400" u="sng"/>
                    </a:p>
                  </a:txBody>
                  <a:tcPr>
                    <a:solidFill>
                      <a:srgbClr val="8BB2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sng"/>
                        <a:t>Customer </a:t>
                      </a:r>
                      <a:endParaRPr lang="en-ZA" sz="1400" u="sng"/>
                    </a:p>
                  </a:txBody>
                  <a:tcPr>
                    <a:solidFill>
                      <a:srgbClr val="8BB2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sng"/>
                        <a:t>Description </a:t>
                      </a:r>
                      <a:endParaRPr lang="en-ZA" sz="1400" u="sng"/>
                    </a:p>
                  </a:txBody>
                  <a:tcPr>
                    <a:solidFill>
                      <a:srgbClr val="8BB2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sng"/>
                        <a:t>Type Of Sale</a:t>
                      </a:r>
                      <a:endParaRPr lang="en-ZA" sz="1400" u="sng"/>
                    </a:p>
                  </a:txBody>
                  <a:tcPr>
                    <a:solidFill>
                      <a:srgbClr val="8BB2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sng"/>
                        <a:t>Comments </a:t>
                      </a:r>
                      <a:endParaRPr lang="en-ZA" sz="1400" u="sng"/>
                    </a:p>
                  </a:txBody>
                  <a:tcPr>
                    <a:solidFill>
                      <a:srgbClr val="8BB2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7239684"/>
                  </a:ext>
                </a:extLst>
              </a:tr>
              <a:tr h="704446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September</a:t>
                      </a:r>
                    </a:p>
                  </a:txBody>
                  <a:tcPr>
                    <a:solidFill>
                      <a:srgbClr val="2062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06 September 2024</a:t>
                      </a:r>
                    </a:p>
                    <a:p>
                      <a:pPr algn="ctr"/>
                      <a:endParaRPr lang="en-ZA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20627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ZA" sz="14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ZA" sz="1400" kern="120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Pachedu</a:t>
                      </a:r>
                      <a:r>
                        <a:rPr lang="en-ZA" sz="14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Skills Solutions (PTY) LTD</a:t>
                      </a:r>
                    </a:p>
                  </a:txBody>
                  <a:tcPr>
                    <a:solidFill>
                      <a:srgbClr val="20627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Brother Lower Paper Tray Sheets</a:t>
                      </a:r>
                      <a:endParaRPr lang="en-ZA" sz="14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2062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u="none">
                          <a:solidFill>
                            <a:schemeClr val="bg1"/>
                          </a:solidFill>
                        </a:rPr>
                        <a:t>General Sale</a:t>
                      </a:r>
                      <a:endParaRPr lang="en-ZA" sz="1400" b="0" u="none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en-ZA" sz="1400" b="0" u="none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2062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>
                          <a:solidFill>
                            <a:schemeClr val="bg1"/>
                          </a:solidFill>
                        </a:rPr>
                        <a:t> On Back Order</a:t>
                      </a:r>
                      <a:endParaRPr lang="en-ZA" sz="1400" b="0" u="none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2062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613921"/>
                  </a:ext>
                </a:extLst>
              </a:tr>
              <a:tr h="498983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September</a:t>
                      </a:r>
                    </a:p>
                  </a:txBody>
                  <a:tcPr>
                    <a:solidFill>
                      <a:srgbClr val="2062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25 September</a:t>
                      </a:r>
                      <a:endParaRPr lang="en-ZA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2062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4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Marten van </a:t>
                      </a:r>
                      <a:r>
                        <a:rPr lang="en-ZA" sz="1400" kern="120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Suylekom</a:t>
                      </a:r>
                      <a:endParaRPr lang="en-ZA" sz="14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endParaRPr lang="en-ZA" sz="14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2062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4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Dell U4025QW Monitor</a:t>
                      </a:r>
                    </a:p>
                    <a:p>
                      <a:pPr marL="0" algn="ctr" defTabSz="914400" rtl="0" eaLnBrk="1" latinLnBrk="0" hangingPunct="1"/>
                      <a:endParaRPr lang="en-ZA" sz="14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2062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u="none">
                          <a:solidFill>
                            <a:schemeClr val="bg1"/>
                          </a:solidFill>
                        </a:rPr>
                        <a:t>General Sale</a:t>
                      </a:r>
                      <a:endParaRPr lang="en-ZA" sz="1400" b="0" u="none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en-ZA" sz="1400" b="0" u="none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2062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>
                          <a:solidFill>
                            <a:schemeClr val="bg1"/>
                          </a:solidFill>
                        </a:rPr>
                        <a:t>On Back Order</a:t>
                      </a:r>
                      <a:endParaRPr lang="en-ZA" sz="1400" b="0" u="none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2062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392871"/>
                  </a:ext>
                </a:extLst>
              </a:tr>
              <a:tr h="4989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November</a:t>
                      </a:r>
                    </a:p>
                    <a:p>
                      <a:pPr algn="ctr"/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2062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08 November 2024</a:t>
                      </a:r>
                      <a:endParaRPr lang="en-ZA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20627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ZA" sz="14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Mason K General Trading </a:t>
                      </a:r>
                    </a:p>
                  </a:txBody>
                  <a:tcPr>
                    <a:solidFill>
                      <a:srgbClr val="20627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Printers</a:t>
                      </a:r>
                      <a:endParaRPr lang="en-ZA" sz="14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2062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u="none">
                          <a:solidFill>
                            <a:schemeClr val="bg1"/>
                          </a:solidFill>
                        </a:rPr>
                        <a:t>General Sale</a:t>
                      </a:r>
                      <a:endParaRPr lang="en-ZA" sz="1400" b="0" u="none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en-ZA" sz="1400" b="0" u="none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2062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u="none">
                          <a:solidFill>
                            <a:schemeClr val="bg1"/>
                          </a:solidFill>
                        </a:rPr>
                        <a:t>Quotation Sent</a:t>
                      </a:r>
                      <a:endParaRPr lang="en-ZA" sz="1400" b="0" u="none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en-ZA" sz="1400" b="0" u="none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2062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684419"/>
                  </a:ext>
                </a:extLst>
              </a:tr>
              <a:tr h="498983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November</a:t>
                      </a:r>
                    </a:p>
                  </a:txBody>
                  <a:tcPr>
                    <a:solidFill>
                      <a:srgbClr val="2062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11 November 2024</a:t>
                      </a:r>
                      <a:endParaRPr lang="en-ZA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20627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Octagon Lynx Trading (Pty) Ltd</a:t>
                      </a:r>
                      <a:endParaRPr lang="en-ZA" sz="14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20627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Brother Toners</a:t>
                      </a:r>
                      <a:endParaRPr lang="en-ZA" sz="14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2062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u="none">
                          <a:solidFill>
                            <a:schemeClr val="bg1"/>
                          </a:solidFill>
                        </a:rPr>
                        <a:t>General Sale</a:t>
                      </a:r>
                      <a:endParaRPr lang="en-ZA" sz="1400" b="0" u="none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2062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u="none">
                          <a:solidFill>
                            <a:schemeClr val="bg1"/>
                          </a:solidFill>
                        </a:rPr>
                        <a:t>Quotation Sent</a:t>
                      </a:r>
                      <a:endParaRPr lang="en-ZA" sz="1400" b="0" u="none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2062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760750"/>
                  </a:ext>
                </a:extLst>
              </a:tr>
              <a:tr h="498983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December</a:t>
                      </a:r>
                    </a:p>
                  </a:txBody>
                  <a:tcPr>
                    <a:solidFill>
                      <a:srgbClr val="2062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26 November 2024</a:t>
                      </a:r>
                      <a:endParaRPr lang="en-ZA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20627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ZA" sz="14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NTP Consulting</a:t>
                      </a:r>
                    </a:p>
                  </a:txBody>
                  <a:tcPr>
                    <a:solidFill>
                      <a:srgbClr val="20627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Supply and Delivery  of Laptop &amp; Power Banks</a:t>
                      </a:r>
                      <a:endParaRPr lang="en-ZA" sz="14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2062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u="none">
                          <a:solidFill>
                            <a:schemeClr val="bg1"/>
                          </a:solidFill>
                        </a:rPr>
                        <a:t>General Sale</a:t>
                      </a:r>
                      <a:endParaRPr lang="en-ZA" sz="1400" b="0" u="none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1400" b="0" u="none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2062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u="none">
                          <a:solidFill>
                            <a:schemeClr val="bg1"/>
                          </a:solidFill>
                        </a:rPr>
                        <a:t>Quotation Sent</a:t>
                      </a:r>
                      <a:endParaRPr lang="en-ZA" sz="1400" b="0" u="none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1400" b="0" u="none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2062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830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42403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FD837B-7D6F-981D-89B6-34919EA1F9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72350"/>
              </p:ext>
            </p:extLst>
          </p:nvPr>
        </p:nvGraphicFramePr>
        <p:xfrm>
          <a:off x="0" y="0"/>
          <a:ext cx="12192000" cy="6871317"/>
        </p:xfrm>
        <a:graphic>
          <a:graphicData uri="http://schemas.openxmlformats.org/drawingml/2006/table">
            <a:tbl>
              <a:tblPr/>
              <a:tblGrid>
                <a:gridCol w="12192000">
                  <a:extLst>
                    <a:ext uri="{9D8B030D-6E8A-4147-A177-3AD203B41FA5}">
                      <a16:colId xmlns:a16="http://schemas.microsoft.com/office/drawing/2014/main" val="2012597138"/>
                    </a:ext>
                  </a:extLst>
                </a:gridCol>
              </a:tblGrid>
              <a:tr h="6871317">
                <a:tc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2062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68332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FD8CBB3-46AA-1700-CCBA-A7B98D9CC15D}"/>
              </a:ext>
            </a:extLst>
          </p:cNvPr>
          <p:cNvSpPr/>
          <p:nvPr/>
        </p:nvSpPr>
        <p:spPr>
          <a:xfrm>
            <a:off x="466725" y="999"/>
            <a:ext cx="8696326" cy="1062115"/>
          </a:xfrm>
          <a:prstGeom prst="rect">
            <a:avLst/>
          </a:prstGeom>
          <a:solidFill>
            <a:srgbClr val="8BB2B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507501-7A35-04ED-18B7-FEF1D5A7C822}"/>
              </a:ext>
            </a:extLst>
          </p:cNvPr>
          <p:cNvSpPr txBox="1"/>
          <p:nvPr/>
        </p:nvSpPr>
        <p:spPr>
          <a:xfrm>
            <a:off x="2120659" y="72025"/>
            <a:ext cx="48869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u="sng">
                <a:solidFill>
                  <a:schemeClr val="bg1"/>
                </a:solidFill>
                <a:latin typeface="Bell MT" panose="02020503060305020303" pitchFamily="18" charset="0"/>
              </a:rPr>
              <a:t>Back Orders</a:t>
            </a:r>
            <a:endParaRPr lang="en-ZA" sz="4400" b="1" u="sng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DD5359-DE2E-48CB-84A5-84A367EAA1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78571"/>
              </p:ext>
            </p:extLst>
          </p:nvPr>
        </p:nvGraphicFramePr>
        <p:xfrm>
          <a:off x="572756" y="2262101"/>
          <a:ext cx="11203392" cy="21736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535">
                  <a:extLst>
                    <a:ext uri="{9D8B030D-6E8A-4147-A177-3AD203B41FA5}">
                      <a16:colId xmlns:a16="http://schemas.microsoft.com/office/drawing/2014/main" val="2115619190"/>
                    </a:ext>
                  </a:extLst>
                </a:gridCol>
                <a:gridCol w="3362198">
                  <a:extLst>
                    <a:ext uri="{9D8B030D-6E8A-4147-A177-3AD203B41FA5}">
                      <a16:colId xmlns:a16="http://schemas.microsoft.com/office/drawing/2014/main" val="1353218173"/>
                    </a:ext>
                  </a:extLst>
                </a:gridCol>
                <a:gridCol w="1959553">
                  <a:extLst>
                    <a:ext uri="{9D8B030D-6E8A-4147-A177-3AD203B41FA5}">
                      <a16:colId xmlns:a16="http://schemas.microsoft.com/office/drawing/2014/main" val="1684194901"/>
                    </a:ext>
                  </a:extLst>
                </a:gridCol>
                <a:gridCol w="1959553">
                  <a:extLst>
                    <a:ext uri="{9D8B030D-6E8A-4147-A177-3AD203B41FA5}">
                      <a16:colId xmlns:a16="http://schemas.microsoft.com/office/drawing/2014/main" val="1882677450"/>
                    </a:ext>
                  </a:extLst>
                </a:gridCol>
                <a:gridCol w="1959553">
                  <a:extLst>
                    <a:ext uri="{9D8B030D-6E8A-4147-A177-3AD203B41FA5}">
                      <a16:colId xmlns:a16="http://schemas.microsoft.com/office/drawing/2014/main" val="2940556282"/>
                    </a:ext>
                  </a:extLst>
                </a:gridCol>
              </a:tblGrid>
              <a:tr h="619215">
                <a:tc>
                  <a:txBody>
                    <a:bodyPr/>
                    <a:lstStyle/>
                    <a:p>
                      <a:pPr algn="ctr"/>
                      <a:r>
                        <a:rPr lang="en-US" sz="1800" u="sng"/>
                        <a:t>ETA Date</a:t>
                      </a:r>
                      <a:endParaRPr lang="en-ZA" sz="1800" u="sng"/>
                    </a:p>
                  </a:txBody>
                  <a:tcPr>
                    <a:solidFill>
                      <a:srgbClr val="8BB2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u="sng"/>
                        <a:t>Customer</a:t>
                      </a:r>
                      <a:endParaRPr lang="en-ZA" sz="1800" u="sng"/>
                    </a:p>
                  </a:txBody>
                  <a:tcPr>
                    <a:solidFill>
                      <a:srgbClr val="8BB2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u="sng"/>
                        <a:t>Description</a:t>
                      </a:r>
                      <a:endParaRPr lang="en-ZA" sz="1800" u="sng"/>
                    </a:p>
                  </a:txBody>
                  <a:tcPr>
                    <a:solidFill>
                      <a:srgbClr val="8BB2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u="sng"/>
                        <a:t>Quote/Invoice</a:t>
                      </a:r>
                      <a:endParaRPr lang="en-ZA" sz="1800" u="sng"/>
                    </a:p>
                  </a:txBody>
                  <a:tcPr>
                    <a:solidFill>
                      <a:srgbClr val="8BB2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u="sng"/>
                        <a:t>Comments</a:t>
                      </a:r>
                      <a:endParaRPr lang="en-ZA" sz="1800" u="sng"/>
                    </a:p>
                  </a:txBody>
                  <a:tcPr>
                    <a:solidFill>
                      <a:srgbClr val="8BB2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368267"/>
                  </a:ext>
                </a:extLst>
              </a:tr>
              <a:tr h="619215"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15 November 2024</a:t>
                      </a:r>
                    </a:p>
                    <a:p>
                      <a:pPr algn="ctr"/>
                      <a:endParaRPr lang="en-ZA" sz="18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800" kern="120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Pachedu</a:t>
                      </a:r>
                      <a:r>
                        <a:rPr lang="en-ZA" sz="18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Skills Solutions (PTY) LTD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Brother Lower Paper Tray Sheets</a:t>
                      </a:r>
                      <a:endParaRPr lang="en-ZA" sz="18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18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Invoice 240168</a:t>
                      </a:r>
                      <a:endParaRPr lang="en-ZA" sz="18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Awaiting </a:t>
                      </a:r>
                      <a:endParaRPr lang="en-ZA" sz="18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18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5779396"/>
                  </a:ext>
                </a:extLst>
              </a:tr>
              <a:tr h="6192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15 November 2024</a:t>
                      </a:r>
                    </a:p>
                    <a:p>
                      <a:pPr algn="ctr"/>
                      <a:endParaRPr lang="en-ZA" sz="18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8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Marten van </a:t>
                      </a:r>
                      <a:r>
                        <a:rPr lang="en-ZA" sz="1800" kern="120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Suylekom</a:t>
                      </a:r>
                      <a:endParaRPr lang="en-ZA" sz="18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8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Dell U4025QW Monitor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Invoice 240170</a:t>
                      </a:r>
                      <a:endParaRPr lang="en-ZA" sz="18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Awaiting </a:t>
                      </a:r>
                      <a:endParaRPr lang="en-ZA" sz="18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18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6490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86691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2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F879AC3-D4CE-493C-ADC7-06205677F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E4DA38-8253-C861-2FCD-2979E1A95C89}"/>
              </a:ext>
            </a:extLst>
          </p:cNvPr>
          <p:cNvSpPr/>
          <p:nvPr/>
        </p:nvSpPr>
        <p:spPr>
          <a:xfrm>
            <a:off x="1983504" y="424511"/>
            <a:ext cx="9173823" cy="1062115"/>
          </a:xfrm>
          <a:prstGeom prst="rect">
            <a:avLst/>
          </a:prstGeom>
          <a:solidFill>
            <a:srgbClr val="8BB2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DF0C86-F602-E760-C50A-1A2EBED34AE9}"/>
              </a:ext>
            </a:extLst>
          </p:cNvPr>
          <p:cNvSpPr txBox="1"/>
          <p:nvPr/>
        </p:nvSpPr>
        <p:spPr>
          <a:xfrm>
            <a:off x="1983504" y="546641"/>
            <a:ext cx="74880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spcAft>
                <a:spcPts val="600"/>
              </a:spcAft>
            </a:pPr>
            <a:r>
              <a:rPr lang="en-US" sz="4400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WLV Kaspersky – Security </a:t>
            </a:r>
            <a:endParaRPr lang="en-ZA" sz="6000">
              <a:solidFill>
                <a:schemeClr val="bg1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AE41DC1-F67D-31CB-4F8A-5ADC90C56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783" y="353885"/>
            <a:ext cx="2428875" cy="619125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638317C-809F-928D-EA93-355B6B9E725E}"/>
              </a:ext>
            </a:extLst>
          </p:cNvPr>
          <p:cNvCxnSpPr/>
          <p:nvPr/>
        </p:nvCxnSpPr>
        <p:spPr>
          <a:xfrm>
            <a:off x="6461322" y="2385806"/>
            <a:ext cx="14377" cy="22007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ED5F831-1DB2-B1B2-48C0-EEA60A059B20}"/>
              </a:ext>
            </a:extLst>
          </p:cNvPr>
          <p:cNvSpPr txBox="1"/>
          <p:nvPr/>
        </p:nvSpPr>
        <p:spPr>
          <a:xfrm>
            <a:off x="2760987" y="1818662"/>
            <a:ext cx="2794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Previous Week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234B39-7E68-C0AF-52CF-B27CCBC1A265}"/>
              </a:ext>
            </a:extLst>
          </p:cNvPr>
          <p:cNvSpPr txBox="1"/>
          <p:nvPr/>
        </p:nvSpPr>
        <p:spPr>
          <a:xfrm>
            <a:off x="7581136" y="1818662"/>
            <a:ext cx="2519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Current Week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FAEC71-1615-A3ED-E5C6-D45F905CEAE7}"/>
              </a:ext>
            </a:extLst>
          </p:cNvPr>
          <p:cNvSpPr txBox="1"/>
          <p:nvPr/>
        </p:nvSpPr>
        <p:spPr>
          <a:xfrm>
            <a:off x="5417049" y="4834031"/>
            <a:ext cx="2485987" cy="14773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Critical: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>
                <a:solidFill>
                  <a:schemeClr val="bg1"/>
                </a:solidFill>
              </a:rPr>
              <a:t>Andisiwe</a:t>
            </a: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Tarry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Wayne (Honor;</a:t>
            </a:r>
          </a:p>
          <a:p>
            <a:r>
              <a:rPr lang="en-US">
                <a:solidFill>
                  <a:schemeClr val="bg1"/>
                </a:solidFill>
              </a:rPr>
              <a:t>     Samsung)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1BA443F-0223-158E-E1D3-4138CE5637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39194" y="2425533"/>
            <a:ext cx="4314825" cy="211881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2285447-5405-5458-C6B4-9B0D132CDE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80683" y="2425533"/>
            <a:ext cx="4314825" cy="211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605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u" isContent="1" isInverted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2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9B4CBB-5160-C2FC-F710-B4073A5A0C99}"/>
              </a:ext>
            </a:extLst>
          </p:cNvPr>
          <p:cNvSpPr/>
          <p:nvPr/>
        </p:nvSpPr>
        <p:spPr>
          <a:xfrm>
            <a:off x="1983504" y="424511"/>
            <a:ext cx="9173823" cy="1062115"/>
          </a:xfrm>
          <a:prstGeom prst="rect">
            <a:avLst/>
          </a:prstGeom>
          <a:solidFill>
            <a:srgbClr val="8BB2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4CF002-D04D-509F-2CEF-9233B512BF97}"/>
              </a:ext>
            </a:extLst>
          </p:cNvPr>
          <p:cNvSpPr txBox="1"/>
          <p:nvPr/>
        </p:nvSpPr>
        <p:spPr>
          <a:xfrm>
            <a:off x="2305050" y="573086"/>
            <a:ext cx="70076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spcAft>
                <a:spcPts val="600"/>
              </a:spcAft>
            </a:pPr>
            <a:r>
              <a:rPr lang="en-US" sz="4400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WLV Kaspersky – Security </a:t>
            </a:r>
            <a:endParaRPr lang="en-ZA" sz="6000">
              <a:solidFill>
                <a:schemeClr val="bg1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A6BD02-4C80-6707-152E-9C2CCF4E3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783" y="353885"/>
            <a:ext cx="2428875" cy="619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BA7828-F4BC-831A-81CB-DD01A4C37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783" y="389979"/>
            <a:ext cx="2428875" cy="619125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93CE300-ECE9-F6CE-71AA-689E4BFB2243}"/>
              </a:ext>
            </a:extLst>
          </p:cNvPr>
          <p:cNvCxnSpPr>
            <a:cxnSpLocks/>
          </p:cNvCxnSpPr>
          <p:nvPr/>
        </p:nvCxnSpPr>
        <p:spPr>
          <a:xfrm>
            <a:off x="6096000" y="2680769"/>
            <a:ext cx="0" cy="206907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3C15308-9ECB-4228-108E-44FCF62F28F5}"/>
              </a:ext>
            </a:extLst>
          </p:cNvPr>
          <p:cNvSpPr txBox="1"/>
          <p:nvPr/>
        </p:nvSpPr>
        <p:spPr>
          <a:xfrm>
            <a:off x="6512496" y="2929585"/>
            <a:ext cx="4484806" cy="120032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Devices that have not ran  Anti-Malware database scan for over a week: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>
                <a:solidFill>
                  <a:schemeClr val="bg1"/>
                </a:solidFill>
              </a:rPr>
              <a:t>Noluvuyo</a:t>
            </a:r>
            <a:r>
              <a:rPr lang="en-US">
                <a:solidFill>
                  <a:schemeClr val="bg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Wayne (E490; Honor; Samsung)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304D063-FFB9-8C8B-C103-27524DCF75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68357" y="2662791"/>
            <a:ext cx="4311148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504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2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9B4CBB-5160-C2FC-F710-B4073A5A0C99}"/>
              </a:ext>
            </a:extLst>
          </p:cNvPr>
          <p:cNvSpPr/>
          <p:nvPr/>
        </p:nvSpPr>
        <p:spPr>
          <a:xfrm>
            <a:off x="1983504" y="424511"/>
            <a:ext cx="9173823" cy="1062115"/>
          </a:xfrm>
          <a:prstGeom prst="rect">
            <a:avLst/>
          </a:prstGeom>
          <a:solidFill>
            <a:srgbClr val="8BB2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4CF002-D04D-509F-2CEF-9233B512BF97}"/>
              </a:ext>
            </a:extLst>
          </p:cNvPr>
          <p:cNvSpPr txBox="1"/>
          <p:nvPr/>
        </p:nvSpPr>
        <p:spPr>
          <a:xfrm>
            <a:off x="2181225" y="573086"/>
            <a:ext cx="71314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spcAft>
                <a:spcPts val="600"/>
              </a:spcAft>
            </a:pPr>
            <a:r>
              <a:rPr lang="en-US" sz="4400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WLV Kaspersky – Security </a:t>
            </a:r>
            <a:endParaRPr lang="en-ZA" sz="6000">
              <a:solidFill>
                <a:schemeClr val="bg1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A6BD02-4C80-6707-152E-9C2CCF4E3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9783" y="353885"/>
            <a:ext cx="2428875" cy="619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BA7828-F4BC-831A-81CB-DD01A4C37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9783" y="389979"/>
            <a:ext cx="2428875" cy="6191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D97067-AC68-2402-F3B7-7887C0B26879}"/>
              </a:ext>
            </a:extLst>
          </p:cNvPr>
          <p:cNvSpPr txBox="1"/>
          <p:nvPr/>
        </p:nvSpPr>
        <p:spPr>
          <a:xfrm>
            <a:off x="2072388" y="1675348"/>
            <a:ext cx="2519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Current Week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397205-3F03-B8B6-EC11-C49E3E347DE4}"/>
              </a:ext>
            </a:extLst>
          </p:cNvPr>
          <p:cNvSpPr txBox="1"/>
          <p:nvPr/>
        </p:nvSpPr>
        <p:spPr>
          <a:xfrm>
            <a:off x="2181225" y="4401843"/>
            <a:ext cx="2794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Previous Week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3A55375-7B02-3DBC-2CBA-EDB247DA56BF}"/>
              </a:ext>
            </a:extLst>
          </p:cNvPr>
          <p:cNvCxnSpPr>
            <a:cxnSpLocks/>
          </p:cNvCxnSpPr>
          <p:nvPr/>
        </p:nvCxnSpPr>
        <p:spPr>
          <a:xfrm>
            <a:off x="6628562" y="1962207"/>
            <a:ext cx="0" cy="466970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A705283-ED48-43DA-AEBF-DBA2A06C6F4F}"/>
              </a:ext>
            </a:extLst>
          </p:cNvPr>
          <p:cNvCxnSpPr>
            <a:cxnSpLocks/>
          </p:cNvCxnSpPr>
          <p:nvPr/>
        </p:nvCxnSpPr>
        <p:spPr>
          <a:xfrm>
            <a:off x="225143" y="4281192"/>
            <a:ext cx="640341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D9A1E173-79E3-2D9D-1758-A7815DA9C57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1293" y="2320465"/>
            <a:ext cx="6017260" cy="172088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D372467-FE82-0153-C784-9AE829127EA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10664" y="4931579"/>
            <a:ext cx="6147889" cy="176167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87A7EBC-D3CA-A2C2-026C-4AF75CD2739D}"/>
              </a:ext>
            </a:extLst>
          </p:cNvPr>
          <p:cNvSpPr txBox="1"/>
          <p:nvPr/>
        </p:nvSpPr>
        <p:spPr>
          <a:xfrm>
            <a:off x="7418798" y="3429000"/>
            <a:ext cx="2794426" cy="120032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10 threats were detected in the previous week: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Ayavuya - 4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>
                <a:solidFill>
                  <a:schemeClr val="bg1"/>
                </a:solidFill>
              </a:rPr>
              <a:t>Bonginkosi</a:t>
            </a:r>
            <a:r>
              <a:rPr lang="en-US">
                <a:solidFill>
                  <a:schemeClr val="bg1"/>
                </a:solidFill>
              </a:rPr>
              <a:t>  - 6</a:t>
            </a:r>
          </a:p>
        </p:txBody>
      </p:sp>
    </p:spTree>
    <p:extLst>
      <p:ext uri="{BB962C8B-B14F-4D97-AF65-F5344CB8AC3E}">
        <p14:creationId xmlns:p14="http://schemas.microsoft.com/office/powerpoint/2010/main" val="366710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2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9B4CBB-5160-C2FC-F710-B4073A5A0C99}"/>
              </a:ext>
            </a:extLst>
          </p:cNvPr>
          <p:cNvSpPr/>
          <p:nvPr/>
        </p:nvSpPr>
        <p:spPr>
          <a:xfrm>
            <a:off x="1983504" y="424511"/>
            <a:ext cx="9173823" cy="1062115"/>
          </a:xfrm>
          <a:prstGeom prst="rect">
            <a:avLst/>
          </a:prstGeom>
          <a:solidFill>
            <a:srgbClr val="8BB2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4CF002-D04D-509F-2CEF-9233B512BF97}"/>
              </a:ext>
            </a:extLst>
          </p:cNvPr>
          <p:cNvSpPr txBox="1"/>
          <p:nvPr/>
        </p:nvSpPr>
        <p:spPr>
          <a:xfrm>
            <a:off x="1983504" y="573086"/>
            <a:ext cx="73291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spcAft>
                <a:spcPts val="600"/>
              </a:spcAft>
            </a:pPr>
            <a:r>
              <a:rPr lang="en-US" sz="4400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WLV Kaspersky – Security </a:t>
            </a:r>
            <a:endParaRPr lang="en-ZA" sz="6000">
              <a:solidFill>
                <a:schemeClr val="bg1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A6BD02-4C80-6707-152E-9C2CCF4E3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783" y="353885"/>
            <a:ext cx="2428875" cy="619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BA7828-F4BC-831A-81CB-DD01A4C37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783" y="389979"/>
            <a:ext cx="2428875" cy="6191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020E14-3966-17C5-20FD-74C6F298CDEB}"/>
              </a:ext>
            </a:extLst>
          </p:cNvPr>
          <p:cNvSpPr txBox="1"/>
          <p:nvPr/>
        </p:nvSpPr>
        <p:spPr>
          <a:xfrm>
            <a:off x="2174263" y="4429399"/>
            <a:ext cx="3389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Previous Week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F7C0A3A-01BC-E4B8-6AC6-95CC2A872686}"/>
              </a:ext>
            </a:extLst>
          </p:cNvPr>
          <p:cNvCxnSpPr>
            <a:cxnSpLocks/>
          </p:cNvCxnSpPr>
          <p:nvPr/>
        </p:nvCxnSpPr>
        <p:spPr>
          <a:xfrm>
            <a:off x="6628562" y="1962207"/>
            <a:ext cx="0" cy="466970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E03F38C-224E-F805-7CB3-DFA934B6A3D1}"/>
              </a:ext>
            </a:extLst>
          </p:cNvPr>
          <p:cNvCxnSpPr>
            <a:cxnSpLocks/>
          </p:cNvCxnSpPr>
          <p:nvPr/>
        </p:nvCxnSpPr>
        <p:spPr>
          <a:xfrm>
            <a:off x="166996" y="4297059"/>
            <a:ext cx="640341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36A8A9A-3838-551F-3889-13C4CEB5BDFF}"/>
              </a:ext>
            </a:extLst>
          </p:cNvPr>
          <p:cNvSpPr txBox="1"/>
          <p:nvPr/>
        </p:nvSpPr>
        <p:spPr>
          <a:xfrm>
            <a:off x="1983504" y="1863435"/>
            <a:ext cx="2519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Current Week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15837DE-9E08-0644-9868-796BDEFEFE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4868" y="2405088"/>
            <a:ext cx="6113879" cy="174851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B0E5A40-312B-C585-784F-7FB65A7246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66996" y="5023402"/>
            <a:ext cx="6121220" cy="175403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E5C85F-D17A-0667-1179-B79D7A2D0B0A}"/>
              </a:ext>
            </a:extLst>
          </p:cNvPr>
          <p:cNvSpPr txBox="1"/>
          <p:nvPr/>
        </p:nvSpPr>
        <p:spPr>
          <a:xfrm>
            <a:off x="7635538" y="3229070"/>
            <a:ext cx="2794426" cy="120032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10 threats were detected in the previous week: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Ayavuya - 4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>
                <a:solidFill>
                  <a:schemeClr val="bg1"/>
                </a:solidFill>
              </a:rPr>
              <a:t>Bonginkosi</a:t>
            </a:r>
            <a:r>
              <a:rPr lang="en-US">
                <a:solidFill>
                  <a:schemeClr val="bg1"/>
                </a:solidFill>
              </a:rPr>
              <a:t>  - 6</a:t>
            </a:r>
          </a:p>
        </p:txBody>
      </p:sp>
    </p:spTree>
    <p:extLst>
      <p:ext uri="{BB962C8B-B14F-4D97-AF65-F5344CB8AC3E}">
        <p14:creationId xmlns:p14="http://schemas.microsoft.com/office/powerpoint/2010/main" val="13908725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2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F879AC3-D4CE-493C-ADC7-06205677F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E4DA38-8253-C861-2FCD-2979E1A95C89}"/>
              </a:ext>
            </a:extLst>
          </p:cNvPr>
          <p:cNvSpPr/>
          <p:nvPr/>
        </p:nvSpPr>
        <p:spPr>
          <a:xfrm>
            <a:off x="1983504" y="424511"/>
            <a:ext cx="9173823" cy="1062115"/>
          </a:xfrm>
          <a:prstGeom prst="rect">
            <a:avLst/>
          </a:prstGeom>
          <a:solidFill>
            <a:srgbClr val="8BB2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DF0C86-F602-E760-C50A-1A2EBED34AE9}"/>
              </a:ext>
            </a:extLst>
          </p:cNvPr>
          <p:cNvSpPr txBox="1"/>
          <p:nvPr/>
        </p:nvSpPr>
        <p:spPr>
          <a:xfrm>
            <a:off x="3275154" y="573086"/>
            <a:ext cx="6037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spcAft>
                <a:spcPts val="600"/>
              </a:spcAft>
            </a:pPr>
            <a:r>
              <a:rPr lang="en-US" sz="4400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PAED-IQ – Security </a:t>
            </a:r>
            <a:endParaRPr lang="en-ZA" sz="6000">
              <a:solidFill>
                <a:schemeClr val="bg1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7C0909-D05E-2EB2-1820-80105D1DCE67}"/>
              </a:ext>
            </a:extLst>
          </p:cNvPr>
          <p:cNvSpPr/>
          <p:nvPr/>
        </p:nvSpPr>
        <p:spPr>
          <a:xfrm>
            <a:off x="1983504" y="424511"/>
            <a:ext cx="9173823" cy="1062115"/>
          </a:xfrm>
          <a:prstGeom prst="rect">
            <a:avLst/>
          </a:prstGeom>
          <a:solidFill>
            <a:srgbClr val="8BB2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F169B3-BCA9-5FD3-E659-FD6791080C91}"/>
              </a:ext>
            </a:extLst>
          </p:cNvPr>
          <p:cNvSpPr txBox="1"/>
          <p:nvPr/>
        </p:nvSpPr>
        <p:spPr>
          <a:xfrm>
            <a:off x="2110800" y="606337"/>
            <a:ext cx="8097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spcAft>
                <a:spcPts val="600"/>
              </a:spcAft>
            </a:pPr>
            <a:r>
              <a:rPr lang="en-US" sz="4400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PAED-IQ Kaspersky – Security </a:t>
            </a:r>
            <a:endParaRPr lang="en-ZA" sz="6000">
              <a:solidFill>
                <a:schemeClr val="bg1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F1914D-8A67-5116-BBF2-645199E37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8474" y="185926"/>
            <a:ext cx="2428875" cy="61912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11A48B4-B6A3-3973-2D3C-FEF6238D637F}"/>
              </a:ext>
            </a:extLst>
          </p:cNvPr>
          <p:cNvSpPr txBox="1"/>
          <p:nvPr/>
        </p:nvSpPr>
        <p:spPr>
          <a:xfrm>
            <a:off x="2681968" y="1911137"/>
            <a:ext cx="2794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Previous Week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278C98-29A7-98D5-5571-4C4BBA334548}"/>
              </a:ext>
            </a:extLst>
          </p:cNvPr>
          <p:cNvSpPr txBox="1"/>
          <p:nvPr/>
        </p:nvSpPr>
        <p:spPr>
          <a:xfrm>
            <a:off x="7502117" y="1911137"/>
            <a:ext cx="2519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Current Week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8DAA47A-2A9C-1539-ACE8-2B1FEBF24378}"/>
              </a:ext>
            </a:extLst>
          </p:cNvPr>
          <p:cNvCxnSpPr>
            <a:cxnSpLocks/>
          </p:cNvCxnSpPr>
          <p:nvPr/>
        </p:nvCxnSpPr>
        <p:spPr>
          <a:xfrm>
            <a:off x="6367925" y="2478281"/>
            <a:ext cx="0" cy="206907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5BAA9CC-6BFA-8C99-D19B-8DF1DB095C75}"/>
              </a:ext>
            </a:extLst>
          </p:cNvPr>
          <p:cNvSpPr txBox="1"/>
          <p:nvPr/>
        </p:nvSpPr>
        <p:spPr>
          <a:xfrm>
            <a:off x="5046038" y="4990711"/>
            <a:ext cx="2886432" cy="14773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bg1"/>
                </a:solidFill>
              </a:rPr>
              <a:t>Critical: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>
                <a:solidFill>
                  <a:schemeClr val="bg1"/>
                </a:solidFill>
              </a:rPr>
              <a:t>Fawwaaz</a:t>
            </a:r>
            <a:r>
              <a:rPr lang="en-US">
                <a:solidFill>
                  <a:schemeClr val="bg1"/>
                </a:solidFill>
              </a:rPr>
              <a:t> (unassigned device)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>
                <a:solidFill>
                  <a:schemeClr val="bg1"/>
                </a:solidFill>
              </a:rPr>
              <a:t>Fawwaaz</a:t>
            </a:r>
            <a:r>
              <a:rPr lang="en-US">
                <a:solidFill>
                  <a:schemeClr val="bg1"/>
                </a:solidFill>
              </a:rPr>
              <a:t> (Desktop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>
                <a:solidFill>
                  <a:schemeClr val="bg1"/>
                </a:solidFill>
              </a:rPr>
              <a:t>Sonette</a:t>
            </a:r>
            <a:r>
              <a:rPr lang="en-US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58E4473-8E34-1374-2DA1-0E5839C08E5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39851" y="2473043"/>
            <a:ext cx="4299026" cy="212407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8A2516D-BF06-13B5-CEB6-FD987D0A6D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796974" y="2473043"/>
            <a:ext cx="4299026" cy="212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984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u" isContent="1" isInverted="1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2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9B4CBB-5160-C2FC-F710-B4073A5A0C99}"/>
              </a:ext>
            </a:extLst>
          </p:cNvPr>
          <p:cNvSpPr/>
          <p:nvPr/>
        </p:nvSpPr>
        <p:spPr>
          <a:xfrm>
            <a:off x="1983504" y="424511"/>
            <a:ext cx="9173823" cy="1062115"/>
          </a:xfrm>
          <a:prstGeom prst="rect">
            <a:avLst/>
          </a:prstGeom>
          <a:solidFill>
            <a:srgbClr val="8BB2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4CF002-D04D-509F-2CEF-9233B512BF97}"/>
              </a:ext>
            </a:extLst>
          </p:cNvPr>
          <p:cNvSpPr txBox="1"/>
          <p:nvPr/>
        </p:nvSpPr>
        <p:spPr>
          <a:xfrm>
            <a:off x="2110800" y="606337"/>
            <a:ext cx="8097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spcAft>
                <a:spcPts val="600"/>
              </a:spcAft>
            </a:pPr>
            <a:r>
              <a:rPr lang="en-US" sz="4400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PAED-IQ Kaspersky – Security </a:t>
            </a:r>
            <a:endParaRPr lang="en-ZA" sz="6000">
              <a:solidFill>
                <a:schemeClr val="bg1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A6BD02-4C80-6707-152E-9C2CCF4E3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8474" y="185926"/>
            <a:ext cx="2428875" cy="619125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02B1B5-2FE3-6A1C-F70B-0C5533FF6BF4}"/>
              </a:ext>
            </a:extLst>
          </p:cNvPr>
          <p:cNvCxnSpPr>
            <a:cxnSpLocks/>
          </p:cNvCxnSpPr>
          <p:nvPr/>
        </p:nvCxnSpPr>
        <p:spPr>
          <a:xfrm>
            <a:off x="6096000" y="2523660"/>
            <a:ext cx="0" cy="206907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03877D1-0223-6F13-E389-12A735D932F3}"/>
              </a:ext>
            </a:extLst>
          </p:cNvPr>
          <p:cNvSpPr txBox="1"/>
          <p:nvPr/>
        </p:nvSpPr>
        <p:spPr>
          <a:xfrm>
            <a:off x="6570415" y="2561405"/>
            <a:ext cx="4484806" cy="203132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bg1"/>
                </a:solidFill>
              </a:rPr>
              <a:t>There are 4 devices that has not ran Anti-Malware database scan for more than a week: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>
                <a:solidFill>
                  <a:schemeClr val="bg1"/>
                </a:solidFill>
              </a:rPr>
              <a:t>Fawwaaz</a:t>
            </a:r>
            <a:r>
              <a:rPr lang="en-US">
                <a:solidFill>
                  <a:schemeClr val="bg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Crystal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Karen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>
                <a:solidFill>
                  <a:schemeClr val="bg1"/>
                </a:solidFill>
              </a:rPr>
              <a:t>Sonette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6889E78-9462-59CD-7B40-D00194D9AA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8661" y="2561405"/>
            <a:ext cx="4352925" cy="210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683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2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9B4CBB-5160-C2FC-F710-B4073A5A0C99}"/>
              </a:ext>
            </a:extLst>
          </p:cNvPr>
          <p:cNvSpPr/>
          <p:nvPr/>
        </p:nvSpPr>
        <p:spPr>
          <a:xfrm>
            <a:off x="1983504" y="424511"/>
            <a:ext cx="9173823" cy="1062115"/>
          </a:xfrm>
          <a:prstGeom prst="rect">
            <a:avLst/>
          </a:prstGeom>
          <a:solidFill>
            <a:srgbClr val="8BB2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4CF002-D04D-509F-2CEF-9233B512BF97}"/>
              </a:ext>
            </a:extLst>
          </p:cNvPr>
          <p:cNvSpPr txBox="1"/>
          <p:nvPr/>
        </p:nvSpPr>
        <p:spPr>
          <a:xfrm>
            <a:off x="2110800" y="606337"/>
            <a:ext cx="8097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spcAft>
                <a:spcPts val="600"/>
              </a:spcAft>
            </a:pPr>
            <a:r>
              <a:rPr lang="en-US" sz="4400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PAED-IQ Kaspersky – Security </a:t>
            </a:r>
            <a:endParaRPr lang="en-ZA" sz="6000">
              <a:solidFill>
                <a:schemeClr val="bg1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A6BD02-4C80-6707-152E-9C2CCF4E3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8474" y="185926"/>
            <a:ext cx="2428875" cy="6191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E5ECE4B-E768-2318-37F3-DE0A54AEEC4F}"/>
              </a:ext>
            </a:extLst>
          </p:cNvPr>
          <p:cNvSpPr txBox="1"/>
          <p:nvPr/>
        </p:nvSpPr>
        <p:spPr>
          <a:xfrm>
            <a:off x="2280178" y="1668452"/>
            <a:ext cx="2519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Current Week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DBDA6B-089C-6DF4-2FB0-7BB4C0E489AC}"/>
              </a:ext>
            </a:extLst>
          </p:cNvPr>
          <p:cNvSpPr txBox="1"/>
          <p:nvPr/>
        </p:nvSpPr>
        <p:spPr>
          <a:xfrm>
            <a:off x="2074483" y="4387971"/>
            <a:ext cx="2930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Previous Week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3B72F61-B362-B7F4-6378-891BDB3B21B0}"/>
              </a:ext>
            </a:extLst>
          </p:cNvPr>
          <p:cNvCxnSpPr>
            <a:cxnSpLocks/>
          </p:cNvCxnSpPr>
          <p:nvPr/>
        </p:nvCxnSpPr>
        <p:spPr>
          <a:xfrm>
            <a:off x="6628562" y="1962207"/>
            <a:ext cx="0" cy="466970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7C556-1D3C-872D-4934-7A06CF8A81D7}"/>
              </a:ext>
            </a:extLst>
          </p:cNvPr>
          <p:cNvCxnSpPr>
            <a:cxnSpLocks/>
          </p:cNvCxnSpPr>
          <p:nvPr/>
        </p:nvCxnSpPr>
        <p:spPr>
          <a:xfrm>
            <a:off x="154804" y="4297059"/>
            <a:ext cx="640341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5D79B6C6-97CA-E39D-0BDA-49BCF34A7F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5713" y="2265937"/>
            <a:ext cx="6217927" cy="177568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D17FDB2-E726-D702-A9DA-7EB8F0680E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05713" y="4879307"/>
            <a:ext cx="6167019" cy="175260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B5A83E4-3F95-88E0-2168-B446421627E0}"/>
              </a:ext>
            </a:extLst>
          </p:cNvPr>
          <p:cNvSpPr txBox="1"/>
          <p:nvPr/>
        </p:nvSpPr>
        <p:spPr>
          <a:xfrm>
            <a:off x="7389134" y="3311354"/>
            <a:ext cx="2819362" cy="120032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bg1"/>
                </a:solidFill>
              </a:rPr>
              <a:t>2 threat were detected in the previous week: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Estelle- 1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Iqbal - 1</a:t>
            </a:r>
          </a:p>
        </p:txBody>
      </p:sp>
    </p:spTree>
    <p:extLst>
      <p:ext uri="{BB962C8B-B14F-4D97-AF65-F5344CB8AC3E}">
        <p14:creationId xmlns:p14="http://schemas.microsoft.com/office/powerpoint/2010/main" val="14549969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2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9B4CBB-5160-C2FC-F710-B4073A5A0C99}"/>
              </a:ext>
            </a:extLst>
          </p:cNvPr>
          <p:cNvSpPr/>
          <p:nvPr/>
        </p:nvSpPr>
        <p:spPr>
          <a:xfrm>
            <a:off x="1983504" y="424511"/>
            <a:ext cx="9173823" cy="1062115"/>
          </a:xfrm>
          <a:prstGeom prst="rect">
            <a:avLst/>
          </a:prstGeom>
          <a:solidFill>
            <a:srgbClr val="8BB2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4CF002-D04D-509F-2CEF-9233B512BF97}"/>
              </a:ext>
            </a:extLst>
          </p:cNvPr>
          <p:cNvSpPr txBox="1"/>
          <p:nvPr/>
        </p:nvSpPr>
        <p:spPr>
          <a:xfrm>
            <a:off x="2110800" y="606337"/>
            <a:ext cx="8097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spcAft>
                <a:spcPts val="600"/>
              </a:spcAft>
            </a:pPr>
            <a:r>
              <a:rPr lang="en-US" sz="4400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PAED-IQ Kaspersky – Security </a:t>
            </a:r>
            <a:endParaRPr lang="en-ZA" sz="6000">
              <a:solidFill>
                <a:schemeClr val="bg1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A6BD02-4C80-6707-152E-9C2CCF4E3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8474" y="185926"/>
            <a:ext cx="2428875" cy="6191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833FA4-E0B2-9C34-B4F2-29852212CEEA}"/>
              </a:ext>
            </a:extLst>
          </p:cNvPr>
          <p:cNvSpPr txBox="1"/>
          <p:nvPr/>
        </p:nvSpPr>
        <p:spPr>
          <a:xfrm>
            <a:off x="1934236" y="1715703"/>
            <a:ext cx="2519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Current Week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78871C-4995-7086-A8C4-E91887914834}"/>
              </a:ext>
            </a:extLst>
          </p:cNvPr>
          <p:cNvSpPr txBox="1"/>
          <p:nvPr/>
        </p:nvSpPr>
        <p:spPr>
          <a:xfrm>
            <a:off x="1922134" y="4417773"/>
            <a:ext cx="2868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Previous Week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6F73F2A-FA82-0EDB-A7BF-8AD1F357C29F}"/>
              </a:ext>
            </a:extLst>
          </p:cNvPr>
          <p:cNvCxnSpPr>
            <a:cxnSpLocks/>
          </p:cNvCxnSpPr>
          <p:nvPr/>
        </p:nvCxnSpPr>
        <p:spPr>
          <a:xfrm>
            <a:off x="6628562" y="1962207"/>
            <a:ext cx="0" cy="466970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EFEF77B-3F69-3341-DFE6-96B95F675952}"/>
              </a:ext>
            </a:extLst>
          </p:cNvPr>
          <p:cNvCxnSpPr>
            <a:cxnSpLocks/>
          </p:cNvCxnSpPr>
          <p:nvPr/>
        </p:nvCxnSpPr>
        <p:spPr>
          <a:xfrm>
            <a:off x="154804" y="4297059"/>
            <a:ext cx="640341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93874DFC-E348-6230-883C-7A7F8281AE8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77800" y="2349686"/>
            <a:ext cx="6188009" cy="179301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510D99B-B31C-41EA-0566-CEFF5E3541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4804" y="4879438"/>
            <a:ext cx="6304126" cy="182665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56966B7-C343-DA0B-353C-4C308D2BB1BA}"/>
              </a:ext>
            </a:extLst>
          </p:cNvPr>
          <p:cNvSpPr txBox="1"/>
          <p:nvPr/>
        </p:nvSpPr>
        <p:spPr>
          <a:xfrm>
            <a:off x="7249544" y="3004742"/>
            <a:ext cx="3433367" cy="203132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Critical-level: 6 (Windows Updates)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>
                <a:solidFill>
                  <a:schemeClr val="bg1"/>
                </a:solidFill>
              </a:rPr>
              <a:t>Fawwaaz</a:t>
            </a:r>
            <a:r>
              <a:rPr lang="en-US">
                <a:solidFill>
                  <a:schemeClr val="bg1"/>
                </a:solidFill>
              </a:rPr>
              <a:t> (2 </a:t>
            </a:r>
            <a:r>
              <a:rPr lang="en-US" err="1">
                <a:solidFill>
                  <a:schemeClr val="bg1"/>
                </a:solidFill>
              </a:rPr>
              <a:t>divices</a:t>
            </a:r>
            <a:r>
              <a:rPr lang="en-US">
                <a:solidFill>
                  <a:schemeClr val="bg1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Evelyn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Iqbal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>
                <a:solidFill>
                  <a:schemeClr val="bg1"/>
                </a:solidFill>
              </a:rPr>
              <a:t>Suzelle</a:t>
            </a:r>
            <a:r>
              <a:rPr lang="en-US">
                <a:solidFill>
                  <a:schemeClr val="bg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Talia</a:t>
            </a:r>
          </a:p>
        </p:txBody>
      </p:sp>
    </p:spTree>
    <p:extLst>
      <p:ext uri="{BB962C8B-B14F-4D97-AF65-F5344CB8AC3E}">
        <p14:creationId xmlns:p14="http://schemas.microsoft.com/office/powerpoint/2010/main" val="14495870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2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9B4CBB-5160-C2FC-F710-B4073A5A0C99}"/>
              </a:ext>
            </a:extLst>
          </p:cNvPr>
          <p:cNvSpPr/>
          <p:nvPr/>
        </p:nvSpPr>
        <p:spPr>
          <a:xfrm>
            <a:off x="1385092" y="115374"/>
            <a:ext cx="9179611" cy="1062115"/>
          </a:xfrm>
          <a:prstGeom prst="rect">
            <a:avLst/>
          </a:prstGeom>
          <a:solidFill>
            <a:srgbClr val="8BB2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4CF002-D04D-509F-2CEF-9233B512BF97}"/>
              </a:ext>
            </a:extLst>
          </p:cNvPr>
          <p:cNvSpPr txBox="1"/>
          <p:nvPr/>
        </p:nvSpPr>
        <p:spPr>
          <a:xfrm>
            <a:off x="1716688" y="261710"/>
            <a:ext cx="8097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spcAft>
                <a:spcPts val="600"/>
              </a:spcAft>
            </a:pPr>
            <a:r>
              <a:rPr lang="en-US" sz="4400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Patch Management – W.L  </a:t>
            </a:r>
            <a:endParaRPr lang="en-ZA" sz="6000">
              <a:solidFill>
                <a:schemeClr val="bg1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C7B849E-99A2-0915-1D0C-39742EB05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189" y="2737915"/>
            <a:ext cx="10685622" cy="2175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AFBF32-5D86-00D0-F8B9-2166836DF33B}"/>
              </a:ext>
            </a:extLst>
          </p:cNvPr>
          <p:cNvSpPr txBox="1"/>
          <p:nvPr/>
        </p:nvSpPr>
        <p:spPr>
          <a:xfrm>
            <a:off x="4702628" y="1802484"/>
            <a:ext cx="3336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Two weeks ago updates</a:t>
            </a:r>
            <a:endParaRPr lang="en-ZA" sz="2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96062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27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F7C42A-F6CD-DD7A-2EF4-0C4B08FCB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FD1706-7F64-12F3-CD1E-B8DB10638892}"/>
              </a:ext>
            </a:extLst>
          </p:cNvPr>
          <p:cNvSpPr/>
          <p:nvPr/>
        </p:nvSpPr>
        <p:spPr>
          <a:xfrm>
            <a:off x="1385092" y="115374"/>
            <a:ext cx="9179611" cy="1062115"/>
          </a:xfrm>
          <a:prstGeom prst="rect">
            <a:avLst/>
          </a:prstGeom>
          <a:solidFill>
            <a:srgbClr val="8BB2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19EFBE-49FD-1ED7-3348-BF84B74DE00C}"/>
              </a:ext>
            </a:extLst>
          </p:cNvPr>
          <p:cNvSpPr txBox="1"/>
          <p:nvPr/>
        </p:nvSpPr>
        <p:spPr>
          <a:xfrm>
            <a:off x="1716688" y="261710"/>
            <a:ext cx="8097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spcAft>
                <a:spcPts val="600"/>
              </a:spcAft>
            </a:pPr>
            <a:r>
              <a:rPr lang="en-US" sz="4400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Patch Management – W.L  </a:t>
            </a:r>
            <a:endParaRPr lang="en-ZA" sz="6000">
              <a:solidFill>
                <a:schemeClr val="bg1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E8F7750-4B3C-9F97-E38F-DD57ADDF7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282" y="2653164"/>
            <a:ext cx="11059435" cy="2491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DDCEA7-B597-1E94-35A8-8FA1D66BCCA6}"/>
              </a:ext>
            </a:extLst>
          </p:cNvPr>
          <p:cNvSpPr txBox="1"/>
          <p:nvPr/>
        </p:nvSpPr>
        <p:spPr>
          <a:xfrm>
            <a:off x="4752871" y="1713245"/>
            <a:ext cx="3336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Two weeks ago updates</a:t>
            </a:r>
            <a:endParaRPr lang="en-ZA" sz="2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66828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27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8D9197-2D11-F53D-313E-45EAACD35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94E8B-B2AD-3D59-A688-0C22C1A17AC4}"/>
              </a:ext>
            </a:extLst>
          </p:cNvPr>
          <p:cNvSpPr/>
          <p:nvPr/>
        </p:nvSpPr>
        <p:spPr>
          <a:xfrm>
            <a:off x="1385092" y="115374"/>
            <a:ext cx="9179611" cy="1062115"/>
          </a:xfrm>
          <a:prstGeom prst="rect">
            <a:avLst/>
          </a:prstGeom>
          <a:solidFill>
            <a:srgbClr val="8BB2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222235-217C-7DE2-0DBE-6D12B904D295}"/>
              </a:ext>
            </a:extLst>
          </p:cNvPr>
          <p:cNvSpPr txBox="1"/>
          <p:nvPr/>
        </p:nvSpPr>
        <p:spPr>
          <a:xfrm>
            <a:off x="1716688" y="261710"/>
            <a:ext cx="8097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spcAft>
                <a:spcPts val="600"/>
              </a:spcAft>
            </a:pPr>
            <a:r>
              <a:rPr lang="en-US" sz="4400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Patch Management – W.L  </a:t>
            </a:r>
            <a:endParaRPr lang="en-ZA" sz="6000">
              <a:solidFill>
                <a:schemeClr val="bg1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9464E15-5310-0EFA-46A3-1D178767C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306" y="2655939"/>
            <a:ext cx="11289387" cy="2307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EC99E9-CE7B-C4E1-11DB-076DB701DB54}"/>
              </a:ext>
            </a:extLst>
          </p:cNvPr>
          <p:cNvSpPr txBox="1"/>
          <p:nvPr/>
        </p:nvSpPr>
        <p:spPr>
          <a:xfrm>
            <a:off x="4698755" y="1685881"/>
            <a:ext cx="3336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Two weeks ago updates</a:t>
            </a:r>
            <a:endParaRPr lang="en-ZA" sz="2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698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27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F6988D-F819-13A2-81BB-8D613ED4F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11EF6B-5F9E-FDB7-DC17-F59CCAC71282}"/>
              </a:ext>
            </a:extLst>
          </p:cNvPr>
          <p:cNvSpPr/>
          <p:nvPr/>
        </p:nvSpPr>
        <p:spPr>
          <a:xfrm>
            <a:off x="1385092" y="115374"/>
            <a:ext cx="9179611" cy="1062115"/>
          </a:xfrm>
          <a:prstGeom prst="rect">
            <a:avLst/>
          </a:prstGeom>
          <a:solidFill>
            <a:srgbClr val="8BB2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C0B66E-BAF6-9FFF-4517-33308F249240}"/>
              </a:ext>
            </a:extLst>
          </p:cNvPr>
          <p:cNvSpPr txBox="1"/>
          <p:nvPr/>
        </p:nvSpPr>
        <p:spPr>
          <a:xfrm>
            <a:off x="1716688" y="261710"/>
            <a:ext cx="8097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spcAft>
                <a:spcPts val="600"/>
              </a:spcAft>
            </a:pPr>
            <a:r>
              <a:rPr lang="en-US" sz="4400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Patch Management – W.L  </a:t>
            </a:r>
            <a:endParaRPr lang="en-ZA" sz="6000">
              <a:solidFill>
                <a:schemeClr val="bg1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1B863A3-1AB8-EE57-7B59-67EE384FE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076" y="2499434"/>
            <a:ext cx="5712919" cy="21170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0DEB22-39B1-857D-3A4E-3EBC98DD0291}"/>
              </a:ext>
            </a:extLst>
          </p:cNvPr>
          <p:cNvSpPr txBox="1"/>
          <p:nvPr/>
        </p:nvSpPr>
        <p:spPr>
          <a:xfrm>
            <a:off x="4427973" y="1762291"/>
            <a:ext cx="3336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Two weeks ago updates</a:t>
            </a:r>
            <a:endParaRPr lang="en-ZA" sz="2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9154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27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6F5DE0-0BA9-3DD8-5F7D-03860AB4D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A331A9C-B3FB-DAA5-AB10-DCBCF46B88A6}"/>
              </a:ext>
            </a:extLst>
          </p:cNvPr>
          <p:cNvSpPr/>
          <p:nvPr/>
        </p:nvSpPr>
        <p:spPr>
          <a:xfrm>
            <a:off x="1983504" y="48593"/>
            <a:ext cx="9173823" cy="1062115"/>
          </a:xfrm>
          <a:prstGeom prst="rect">
            <a:avLst/>
          </a:prstGeom>
          <a:solidFill>
            <a:srgbClr val="8BB2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F8BCFE-0D4E-CC62-0BF8-F84E40BEA840}"/>
              </a:ext>
            </a:extLst>
          </p:cNvPr>
          <p:cNvSpPr txBox="1"/>
          <p:nvPr/>
        </p:nvSpPr>
        <p:spPr>
          <a:xfrm>
            <a:off x="2778003" y="151045"/>
            <a:ext cx="78816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rif" panose="02020604070405020304" pitchFamily="18" charset="0"/>
                <a:ea typeface="+mn-ea"/>
                <a:cs typeface="Aptos Serif" panose="02020604070405020304" pitchFamily="18" charset="0"/>
              </a:rPr>
              <a:t>Projects &amp; Developments – Y.N  </a:t>
            </a:r>
            <a:endParaRPr kumimoji="0" lang="en-ZA" sz="6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Serif" panose="02020604070405020304" pitchFamily="18" charset="0"/>
              <a:ea typeface="+mn-ea"/>
              <a:cs typeface="Aptos Serif" panose="02020604070405020304" pitchFamily="18" charset="0"/>
            </a:endParaRPr>
          </a:p>
        </p:txBody>
      </p:sp>
      <p:sp>
        <p:nvSpPr>
          <p:cNvPr id="2" name="Google Shape;92;p3">
            <a:extLst>
              <a:ext uri="{FF2B5EF4-FFF2-40B4-BE49-F238E27FC236}">
                <a16:creationId xmlns:a16="http://schemas.microsoft.com/office/drawing/2014/main" id="{CBB5DEEB-B8AF-77E8-8BCB-2505C01267EF}"/>
              </a:ext>
            </a:extLst>
          </p:cNvPr>
          <p:cNvSpPr txBox="1"/>
          <p:nvPr/>
        </p:nvSpPr>
        <p:spPr>
          <a:xfrm>
            <a:off x="1786898" y="2136379"/>
            <a:ext cx="4309102" cy="1292621"/>
          </a:xfrm>
          <a:prstGeom prst="rect">
            <a:avLst/>
          </a:prstGeom>
          <a:noFill/>
          <a:ln w="9525" cap="flat" cmpd="sng">
            <a:solidFill>
              <a:srgbClr val="8BB2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rif"/>
                <a:ea typeface="+mn-ea"/>
                <a:cs typeface="Aptos Serif"/>
              </a:rPr>
              <a:t>WLV WEBSITE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Serif" panose="02020604070405020304" pitchFamily="18" charset="0"/>
              <a:ea typeface="+mn-ea"/>
              <a:cs typeface="Aptos Serif" panose="0202060407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rif" panose="02020604070405020304" pitchFamily="18" charset="0"/>
                <a:ea typeface="+mn-ea"/>
                <a:cs typeface="Aptos Serif" panose="02020604070405020304" pitchFamily="18" charset="0"/>
              </a:rPr>
              <a:t>Site health almost good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rif" panose="02020604070405020304" pitchFamily="18" charset="0"/>
                <a:ea typeface="+mn-ea"/>
                <a:cs typeface="Aptos Serif" panose="02020604070405020304" pitchFamily="18" charset="0"/>
              </a:rPr>
              <a:t>2 critical issues, 8 normal issues.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rif" panose="02020604070405020304" pitchFamily="18" charset="0"/>
                <a:ea typeface="+mn-ea"/>
                <a:cs typeface="Aptos Serif" panose="02020604070405020304" pitchFamily="18" charset="0"/>
              </a:rPr>
              <a:t>Jetpack Expired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Serif" panose="02020604070405020304" pitchFamily="18" charset="0"/>
              <a:ea typeface="+mn-ea"/>
              <a:cs typeface="Aptos Serif" panose="02020604070405020304" pitchFamily="18" charset="0"/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053900-8B65-9B09-1316-419C0C0685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959" y="1591679"/>
            <a:ext cx="5086908" cy="27769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610DE4-F65C-8F3A-525B-B1779DBF9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895" y="4593693"/>
            <a:ext cx="10688542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2530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27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6F5DE0-0BA9-3DD8-5F7D-03860AB4D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A331A9C-B3FB-DAA5-AB10-DCBCF46B88A6}"/>
              </a:ext>
            </a:extLst>
          </p:cNvPr>
          <p:cNvSpPr/>
          <p:nvPr/>
        </p:nvSpPr>
        <p:spPr>
          <a:xfrm>
            <a:off x="1983504" y="48593"/>
            <a:ext cx="9173823" cy="1062115"/>
          </a:xfrm>
          <a:prstGeom prst="rect">
            <a:avLst/>
          </a:prstGeom>
          <a:solidFill>
            <a:srgbClr val="8BB2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F8BCFE-0D4E-CC62-0BF8-F84E40BEA840}"/>
              </a:ext>
            </a:extLst>
          </p:cNvPr>
          <p:cNvSpPr txBox="1"/>
          <p:nvPr/>
        </p:nvSpPr>
        <p:spPr>
          <a:xfrm>
            <a:off x="2778003" y="151045"/>
            <a:ext cx="78816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rif" panose="02020604070405020304" pitchFamily="18" charset="0"/>
                <a:ea typeface="+mn-ea"/>
                <a:cs typeface="Aptos Serif" panose="02020604070405020304" pitchFamily="18" charset="0"/>
              </a:rPr>
              <a:t>Projects &amp; Developments – Y.N  </a:t>
            </a:r>
            <a:endParaRPr kumimoji="0" lang="en-ZA" sz="6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Serif" panose="02020604070405020304" pitchFamily="18" charset="0"/>
              <a:ea typeface="+mn-ea"/>
              <a:cs typeface="Aptos Serif" panose="02020604070405020304" pitchFamily="18" charset="0"/>
            </a:endParaRPr>
          </a:p>
        </p:txBody>
      </p:sp>
      <p:sp>
        <p:nvSpPr>
          <p:cNvPr id="2" name="Google Shape;92;p3">
            <a:extLst>
              <a:ext uri="{FF2B5EF4-FFF2-40B4-BE49-F238E27FC236}">
                <a16:creationId xmlns:a16="http://schemas.microsoft.com/office/drawing/2014/main" id="{CBB5DEEB-B8AF-77E8-8BCB-2505C01267EF}"/>
              </a:ext>
            </a:extLst>
          </p:cNvPr>
          <p:cNvSpPr txBox="1"/>
          <p:nvPr/>
        </p:nvSpPr>
        <p:spPr>
          <a:xfrm>
            <a:off x="1786898" y="2136379"/>
            <a:ext cx="4309102" cy="1292621"/>
          </a:xfrm>
          <a:prstGeom prst="rect">
            <a:avLst/>
          </a:prstGeom>
          <a:noFill/>
          <a:ln w="9525" cap="flat" cmpd="sng">
            <a:solidFill>
              <a:srgbClr val="8BB2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rif"/>
                <a:ea typeface="+mn-ea"/>
                <a:cs typeface="Aptos Serif"/>
              </a:rPr>
              <a:t>WLV WEBSITE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Serif" panose="02020604070405020304" pitchFamily="18" charset="0"/>
              <a:ea typeface="+mn-ea"/>
              <a:cs typeface="Aptos Serif" panose="0202060407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rif" panose="02020604070405020304" pitchFamily="18" charset="0"/>
                <a:ea typeface="+mn-ea"/>
                <a:cs typeface="Aptos Serif" panose="02020604070405020304" pitchFamily="18" charset="0"/>
              </a:rPr>
              <a:t>Site health almost good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rif" panose="02020604070405020304" pitchFamily="18" charset="0"/>
                <a:ea typeface="+mn-ea"/>
                <a:cs typeface="Aptos Serif" panose="02020604070405020304" pitchFamily="18" charset="0"/>
              </a:rPr>
              <a:t>2 critical issues, 8 normal issues.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rif" panose="02020604070405020304" pitchFamily="18" charset="0"/>
                <a:ea typeface="+mn-ea"/>
                <a:cs typeface="Aptos Serif" panose="02020604070405020304" pitchFamily="18" charset="0"/>
              </a:rPr>
              <a:t>Jetpack Expired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Serif" panose="02020604070405020304" pitchFamily="18" charset="0"/>
              <a:ea typeface="+mn-ea"/>
              <a:cs typeface="Aptos Serif" panose="02020604070405020304" pitchFamily="18" charset="0"/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053900-8B65-9B09-1316-419C0C0685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959" y="1591679"/>
            <a:ext cx="5086908" cy="27769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610DE4-F65C-8F3A-525B-B1779DBF9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895" y="4593693"/>
            <a:ext cx="10688542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9352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27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6F5DE0-0BA9-3DD8-5F7D-03860AB4D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A331A9C-B3FB-DAA5-AB10-DCBCF46B88A6}"/>
              </a:ext>
            </a:extLst>
          </p:cNvPr>
          <p:cNvSpPr/>
          <p:nvPr/>
        </p:nvSpPr>
        <p:spPr>
          <a:xfrm>
            <a:off x="1983504" y="48593"/>
            <a:ext cx="9173823" cy="1062115"/>
          </a:xfrm>
          <a:prstGeom prst="rect">
            <a:avLst/>
          </a:prstGeom>
          <a:solidFill>
            <a:srgbClr val="8BB2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F8BCFE-0D4E-CC62-0BF8-F84E40BEA840}"/>
              </a:ext>
            </a:extLst>
          </p:cNvPr>
          <p:cNvSpPr txBox="1"/>
          <p:nvPr/>
        </p:nvSpPr>
        <p:spPr>
          <a:xfrm>
            <a:off x="2778003" y="151045"/>
            <a:ext cx="78816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rif" panose="02020604070405020304" pitchFamily="18" charset="0"/>
                <a:ea typeface="+mn-ea"/>
                <a:cs typeface="Aptos Serif" panose="02020604070405020304" pitchFamily="18" charset="0"/>
              </a:rPr>
              <a:t>Projects &amp; Developments – Y.N  </a:t>
            </a:r>
            <a:endParaRPr kumimoji="0" lang="en-ZA" sz="6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Serif" panose="02020604070405020304" pitchFamily="18" charset="0"/>
              <a:ea typeface="+mn-ea"/>
              <a:cs typeface="Aptos Serif" panose="02020604070405020304" pitchFamily="18" charset="0"/>
            </a:endParaRPr>
          </a:p>
        </p:txBody>
      </p:sp>
      <p:sp>
        <p:nvSpPr>
          <p:cNvPr id="2" name="Google Shape;92;p3">
            <a:extLst>
              <a:ext uri="{FF2B5EF4-FFF2-40B4-BE49-F238E27FC236}">
                <a16:creationId xmlns:a16="http://schemas.microsoft.com/office/drawing/2014/main" id="{CBB5DEEB-B8AF-77E8-8BCB-2505C01267EF}"/>
              </a:ext>
            </a:extLst>
          </p:cNvPr>
          <p:cNvSpPr txBox="1"/>
          <p:nvPr/>
        </p:nvSpPr>
        <p:spPr>
          <a:xfrm>
            <a:off x="1786898" y="2136379"/>
            <a:ext cx="4309102" cy="1292621"/>
          </a:xfrm>
          <a:prstGeom prst="rect">
            <a:avLst/>
          </a:prstGeom>
          <a:noFill/>
          <a:ln w="9525" cap="flat" cmpd="sng">
            <a:solidFill>
              <a:srgbClr val="8BB2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rif"/>
                <a:ea typeface="+mn-ea"/>
                <a:cs typeface="Aptos Serif"/>
              </a:rPr>
              <a:t>WLV WEBSITE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Serif" panose="02020604070405020304" pitchFamily="18" charset="0"/>
              <a:ea typeface="+mn-ea"/>
              <a:cs typeface="Aptos Serif" panose="0202060407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rif" panose="02020604070405020304" pitchFamily="18" charset="0"/>
                <a:ea typeface="+mn-ea"/>
                <a:cs typeface="Aptos Serif" panose="02020604070405020304" pitchFamily="18" charset="0"/>
              </a:rPr>
              <a:t>Site health almost good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rif" panose="02020604070405020304" pitchFamily="18" charset="0"/>
                <a:ea typeface="+mn-ea"/>
                <a:cs typeface="Aptos Serif" panose="02020604070405020304" pitchFamily="18" charset="0"/>
              </a:rPr>
              <a:t>2 critical issues, 8 normal issues.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rif" panose="02020604070405020304" pitchFamily="18" charset="0"/>
                <a:ea typeface="+mn-ea"/>
                <a:cs typeface="Aptos Serif" panose="02020604070405020304" pitchFamily="18" charset="0"/>
              </a:rPr>
              <a:t>Jetpack Expired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Serif" panose="02020604070405020304" pitchFamily="18" charset="0"/>
              <a:ea typeface="+mn-ea"/>
              <a:cs typeface="Aptos Serif" panose="02020604070405020304" pitchFamily="18" charset="0"/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053900-8B65-9B09-1316-419C0C0685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959" y="1591679"/>
            <a:ext cx="5086908" cy="27769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610DE4-F65C-8F3A-525B-B1779DBF9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895" y="4593693"/>
            <a:ext cx="10688542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5206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2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8E4DA38-8253-C861-2FCD-2979E1A95C89}"/>
              </a:ext>
            </a:extLst>
          </p:cNvPr>
          <p:cNvSpPr/>
          <p:nvPr/>
        </p:nvSpPr>
        <p:spPr>
          <a:xfrm>
            <a:off x="1983504" y="424511"/>
            <a:ext cx="9173823" cy="1062115"/>
          </a:xfrm>
          <a:prstGeom prst="rect">
            <a:avLst/>
          </a:prstGeom>
          <a:solidFill>
            <a:srgbClr val="8BB2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DF0C86-F602-E760-C50A-1A2EBED34AE9}"/>
              </a:ext>
            </a:extLst>
          </p:cNvPr>
          <p:cNvSpPr txBox="1"/>
          <p:nvPr/>
        </p:nvSpPr>
        <p:spPr>
          <a:xfrm>
            <a:off x="2653716" y="570847"/>
            <a:ext cx="80438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spcAft>
                <a:spcPts val="600"/>
              </a:spcAft>
            </a:pPr>
            <a:r>
              <a:rPr lang="en-US" sz="4400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Projects &amp; Developments – A.H  </a:t>
            </a:r>
            <a:endParaRPr lang="en-ZA" sz="6000">
              <a:solidFill>
                <a:schemeClr val="bg1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</p:txBody>
      </p:sp>
      <p:sp>
        <p:nvSpPr>
          <p:cNvPr id="8" name="Google Shape;92;p3">
            <a:extLst>
              <a:ext uri="{FF2B5EF4-FFF2-40B4-BE49-F238E27FC236}">
                <a16:creationId xmlns:a16="http://schemas.microsoft.com/office/drawing/2014/main" id="{9E85B455-3C38-AFF3-9333-624A00A0DEA0}"/>
              </a:ext>
            </a:extLst>
          </p:cNvPr>
          <p:cNvSpPr txBox="1"/>
          <p:nvPr/>
        </p:nvSpPr>
        <p:spPr>
          <a:xfrm>
            <a:off x="1983504" y="1632846"/>
            <a:ext cx="3338304" cy="2362145"/>
          </a:xfrm>
          <a:prstGeom prst="rect">
            <a:avLst/>
          </a:prstGeom>
          <a:noFill/>
          <a:ln w="9525" cap="flat" cmpd="sng">
            <a:solidFill>
              <a:srgbClr val="8BB2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Future-X Website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50" b="1">
              <a:solidFill>
                <a:schemeClr val="lt1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  <a:p>
            <a:pPr marL="457200" indent="-327025">
              <a:buClr>
                <a:srgbClr val="FFFFFF"/>
              </a:buClr>
              <a:buSzPts val="1550"/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lt1"/>
                </a:solidFill>
                <a:latin typeface="Aptos Serif"/>
                <a:cs typeface="Aptos Serif"/>
              </a:rPr>
              <a:t>Backed up websites</a:t>
            </a:r>
          </a:p>
          <a:p>
            <a:pPr marL="457200" indent="-327025">
              <a:buClr>
                <a:srgbClr val="FFFFFF"/>
              </a:buClr>
              <a:buSzPts val="1550"/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lt1"/>
                </a:solidFill>
                <a:latin typeface="Aptos Serif"/>
                <a:cs typeface="Aptos Serif"/>
              </a:rPr>
              <a:t>WordPress installation up to date</a:t>
            </a:r>
          </a:p>
          <a:p>
            <a:pPr marL="457200" indent="-327025">
              <a:buClr>
                <a:schemeClr val="lt1"/>
              </a:buClr>
              <a:buSzPts val="1550"/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lt1"/>
                </a:solidFill>
                <a:latin typeface="Aptos Serif"/>
                <a:cs typeface="Aptos Serif"/>
                <a:sym typeface="Arial"/>
              </a:rPr>
              <a:t>Plugins and themes up to date</a:t>
            </a:r>
            <a:endParaRPr sz="1500">
              <a:solidFill>
                <a:schemeClr val="lt1"/>
              </a:solidFill>
              <a:latin typeface="Aptos Serif"/>
              <a:cs typeface="Aptos Serif"/>
            </a:endParaRPr>
          </a:p>
          <a:p>
            <a:pPr marL="457200" marR="0" lvl="0" indent="-32702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lt1"/>
                </a:solidFill>
                <a:latin typeface="Aptos Serif"/>
                <a:cs typeface="Aptos Serif"/>
                <a:sym typeface="Arial"/>
              </a:rPr>
              <a:t>Ran vulnerability scans and addressed security risks.</a:t>
            </a:r>
            <a:endParaRPr lang="en-US" sz="1500">
              <a:solidFill>
                <a:schemeClr val="lt1"/>
              </a:solidFill>
              <a:latin typeface="Aptos Serif"/>
              <a:cs typeface="Aptos Serif"/>
            </a:endParaRPr>
          </a:p>
          <a:p>
            <a:pPr marL="457200" indent="-327025">
              <a:buClr>
                <a:srgbClr val="FFFFFF"/>
              </a:buClr>
              <a:buSzPts val="1550"/>
              <a:buFont typeface="Arial"/>
              <a:buChar char="●"/>
            </a:pP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E69558-7B12-0596-17E8-E84CE5FD7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920" y="4143155"/>
            <a:ext cx="9166138" cy="879104"/>
          </a:xfrm>
          <a:prstGeom prst="rect">
            <a:avLst/>
          </a:prstGeom>
        </p:spPr>
      </p:pic>
      <p:pic>
        <p:nvPicPr>
          <p:cNvPr id="6" name="Picture 5" descr="A screenshot of a web page&#10;&#10;AI-generated content may be incorrect.">
            <a:extLst>
              <a:ext uri="{FF2B5EF4-FFF2-40B4-BE49-F238E27FC236}">
                <a16:creationId xmlns:a16="http://schemas.microsoft.com/office/drawing/2014/main" id="{F6428709-94EE-460E-8C83-6992E260A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958" y="5138537"/>
            <a:ext cx="9168573" cy="1140119"/>
          </a:xfrm>
          <a:prstGeom prst="rect">
            <a:avLst/>
          </a:prstGeom>
        </p:spPr>
      </p:pic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839C3F2-AEF3-48C5-09B5-F7B4B5AB0D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4154" y="1633538"/>
            <a:ext cx="5674178" cy="236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9886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27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D86D57-3B20-193E-857C-AD144D21D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A979A0C-0699-91B3-1C5C-3EAC9AB52BCC}"/>
              </a:ext>
            </a:extLst>
          </p:cNvPr>
          <p:cNvSpPr/>
          <p:nvPr/>
        </p:nvSpPr>
        <p:spPr>
          <a:xfrm>
            <a:off x="1983504" y="424511"/>
            <a:ext cx="9173823" cy="1062115"/>
          </a:xfrm>
          <a:prstGeom prst="rect">
            <a:avLst/>
          </a:prstGeom>
          <a:solidFill>
            <a:srgbClr val="8BB2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A3CFE9-96C0-4852-6E7F-1CF3E1770CDB}"/>
              </a:ext>
            </a:extLst>
          </p:cNvPr>
          <p:cNvSpPr txBox="1"/>
          <p:nvPr/>
        </p:nvSpPr>
        <p:spPr>
          <a:xfrm>
            <a:off x="2808429" y="570847"/>
            <a:ext cx="77357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spcAft>
                <a:spcPts val="600"/>
              </a:spcAft>
            </a:pPr>
            <a:r>
              <a:rPr lang="en-US" sz="4400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Projects &amp; Developments A.H  </a:t>
            </a:r>
            <a:endParaRPr lang="en-ZA" sz="6000">
              <a:solidFill>
                <a:schemeClr val="bg1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</p:txBody>
      </p:sp>
      <p:sp>
        <p:nvSpPr>
          <p:cNvPr id="17" name="Google Shape;92;p3">
            <a:extLst>
              <a:ext uri="{FF2B5EF4-FFF2-40B4-BE49-F238E27FC236}">
                <a16:creationId xmlns:a16="http://schemas.microsoft.com/office/drawing/2014/main" id="{AA5F8AA2-F1FE-36AB-103E-28947B353842}"/>
              </a:ext>
            </a:extLst>
          </p:cNvPr>
          <p:cNvSpPr txBox="1"/>
          <p:nvPr/>
        </p:nvSpPr>
        <p:spPr>
          <a:xfrm>
            <a:off x="1983504" y="1632846"/>
            <a:ext cx="4325856" cy="2131312"/>
          </a:xfrm>
          <a:prstGeom prst="rect">
            <a:avLst/>
          </a:prstGeom>
          <a:noFill/>
          <a:ln w="9525" cap="flat" cmpd="sng">
            <a:solidFill>
              <a:srgbClr val="8BB2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err="1">
                <a:solidFill>
                  <a:schemeClr val="lt1"/>
                </a:solidFill>
                <a:latin typeface="Aptos Serif"/>
                <a:cs typeface="Aptos Serif"/>
              </a:rPr>
              <a:t>Paed-iQ</a:t>
            </a:r>
            <a:r>
              <a:rPr lang="en-GB" sz="2400" b="1">
                <a:solidFill>
                  <a:schemeClr val="lt1"/>
                </a:solidFill>
                <a:latin typeface="Aptos Serif"/>
                <a:cs typeface="Aptos Serif"/>
              </a:rPr>
              <a:t> Website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550" b="1">
              <a:solidFill>
                <a:schemeClr val="lt1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  <a:p>
            <a:pPr marL="457200" marR="0" lvl="0" indent="-32702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Font typeface="Arial" panose="020B0604020202020204" pitchFamily="34" charset="0"/>
              <a:buChar char="•"/>
            </a:pPr>
            <a:r>
              <a:rPr lang="en-GB" sz="1500">
                <a:solidFill>
                  <a:schemeClr val="lt1"/>
                </a:solidFill>
                <a:latin typeface="Aptos Serif"/>
                <a:cs typeface="Aptos Serif"/>
                <a:sym typeface="Arial"/>
              </a:rPr>
              <a:t>Backed up websites</a:t>
            </a:r>
            <a:endParaRPr lang="en-GB" sz="1500">
              <a:solidFill>
                <a:schemeClr val="lt1"/>
              </a:solidFill>
              <a:latin typeface="Aptos Serif"/>
              <a:cs typeface="Aptos Serif"/>
            </a:endParaRPr>
          </a:p>
          <a:p>
            <a:pPr marL="457200" lvl="0" indent="-32702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Font typeface="Arial" panose="020B0604020202020204" pitchFamily="34" charset="0"/>
              <a:buChar char="•"/>
            </a:pPr>
            <a:r>
              <a:rPr lang="en-GB" sz="1500">
                <a:solidFill>
                  <a:schemeClr val="lt1"/>
                </a:solidFill>
                <a:latin typeface="Aptos Serif"/>
                <a:cs typeface="Aptos Serif"/>
              </a:rPr>
              <a:t>WordPress installation up to date</a:t>
            </a:r>
          </a:p>
          <a:p>
            <a:pPr marL="457200" marR="0" lvl="0" indent="-32702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Font typeface="Arial" panose="020B0604020202020204" pitchFamily="34" charset="0"/>
              <a:buChar char="•"/>
            </a:pPr>
            <a:r>
              <a:rPr lang="en-GB" sz="1500">
                <a:solidFill>
                  <a:schemeClr val="lt1"/>
                </a:solidFill>
                <a:latin typeface="Aptos Serif"/>
                <a:cs typeface="Aptos Serif"/>
                <a:sym typeface="Arial"/>
              </a:rPr>
              <a:t>Plugins and themes up to date</a:t>
            </a:r>
            <a:endParaRPr lang="en-GB" sz="1500">
              <a:solidFill>
                <a:schemeClr val="lt1"/>
              </a:solidFill>
              <a:latin typeface="Aptos Serif"/>
              <a:cs typeface="Aptos Serif"/>
            </a:endParaRPr>
          </a:p>
          <a:p>
            <a:pPr marL="457200" marR="0" lvl="0" indent="-32702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Font typeface="Arial" panose="020B0604020202020204" pitchFamily="34" charset="0"/>
              <a:buChar char="•"/>
            </a:pPr>
            <a:r>
              <a:rPr lang="en-GB" sz="1500">
                <a:solidFill>
                  <a:schemeClr val="lt1"/>
                </a:solidFill>
                <a:latin typeface="Aptos Serif"/>
                <a:cs typeface="Aptos Serif"/>
                <a:sym typeface="Arial"/>
              </a:rPr>
              <a:t>Ran vulnerability scans and addressed security risks.</a:t>
            </a:r>
            <a:endParaRPr lang="en-GB" sz="1500">
              <a:solidFill>
                <a:schemeClr val="lt1"/>
              </a:solidFill>
              <a:latin typeface="Aptos Serif"/>
              <a:cs typeface="Aptos Serif"/>
            </a:endParaRPr>
          </a:p>
          <a:p>
            <a:pPr marL="457200" indent="-327025">
              <a:buClr>
                <a:srgbClr val="FFFFFF"/>
              </a:buClr>
              <a:buSzPts val="1550"/>
              <a:buFont typeface="Arial"/>
              <a:buChar char="●"/>
            </a:pPr>
            <a:endParaRPr lang="en-GB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" name="Picture 1" descr="A screenshot of a screenshot of a website&#10;&#10;AI-generated content may be incorrect.">
            <a:extLst>
              <a:ext uri="{FF2B5EF4-FFF2-40B4-BE49-F238E27FC236}">
                <a16:creationId xmlns:a16="http://schemas.microsoft.com/office/drawing/2014/main" id="{B6183F63-7FA5-BB06-B0AA-49B020BF99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0" t="90" r="7473" b="77903"/>
          <a:stretch>
            <a:fillRect/>
          </a:stretch>
        </p:blipFill>
        <p:spPr>
          <a:xfrm>
            <a:off x="2030566" y="3953818"/>
            <a:ext cx="5114080" cy="757337"/>
          </a:xfrm>
          <a:prstGeom prst="rect">
            <a:avLst/>
          </a:prstGeom>
        </p:spPr>
      </p:pic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C3E633C5-FEA3-2233-2FDF-DC471F535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3393" y="1634218"/>
            <a:ext cx="4697187" cy="2130878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2063DED-C7CB-DB7F-2E5B-82B2651C02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9282" y="3953556"/>
            <a:ext cx="3823607" cy="2031546"/>
          </a:xfrm>
          <a:prstGeom prst="rect">
            <a:avLst/>
          </a:prstGeom>
        </p:spPr>
      </p:pic>
      <p:pic>
        <p:nvPicPr>
          <p:cNvPr id="7" name="Picture 6" descr="A green rectangle with a white background&#10;&#10;AI-generated content may be incorrect.">
            <a:extLst>
              <a:ext uri="{FF2B5EF4-FFF2-40B4-BE49-F238E27FC236}">
                <a16:creationId xmlns:a16="http://schemas.microsoft.com/office/drawing/2014/main" id="{7103CA32-5C6B-9654-6769-56708B1684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5629" y="4718277"/>
            <a:ext cx="5105400" cy="1264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1984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2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F879AC3-D4CE-493C-ADC7-06205677F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E4DA38-8253-C861-2FCD-2979E1A95C89}"/>
              </a:ext>
            </a:extLst>
          </p:cNvPr>
          <p:cNvSpPr/>
          <p:nvPr/>
        </p:nvSpPr>
        <p:spPr>
          <a:xfrm>
            <a:off x="1983504" y="424511"/>
            <a:ext cx="9173823" cy="1062115"/>
          </a:xfrm>
          <a:prstGeom prst="rect">
            <a:avLst/>
          </a:prstGeom>
          <a:solidFill>
            <a:srgbClr val="8BB2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DF0C86-F602-E760-C50A-1A2EBED34AE9}"/>
              </a:ext>
            </a:extLst>
          </p:cNvPr>
          <p:cNvSpPr txBox="1"/>
          <p:nvPr/>
        </p:nvSpPr>
        <p:spPr>
          <a:xfrm>
            <a:off x="3072260" y="570847"/>
            <a:ext cx="69963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spcAft>
                <a:spcPts val="600"/>
              </a:spcAft>
            </a:pPr>
            <a:r>
              <a:rPr lang="en-US" sz="4400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Processes  </a:t>
            </a:r>
            <a:endParaRPr lang="en-ZA" sz="6000">
              <a:solidFill>
                <a:schemeClr val="bg1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0AAC29-F692-D497-6554-EF1AA5A34EF2}"/>
              </a:ext>
            </a:extLst>
          </p:cNvPr>
          <p:cNvSpPr txBox="1"/>
          <p:nvPr/>
        </p:nvSpPr>
        <p:spPr>
          <a:xfrm>
            <a:off x="3490052" y="3618315"/>
            <a:ext cx="8096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All Policies have been signed off from everyone </a:t>
            </a:r>
          </a:p>
        </p:txBody>
      </p:sp>
    </p:spTree>
    <p:extLst>
      <p:ext uri="{BB962C8B-B14F-4D97-AF65-F5344CB8AC3E}">
        <p14:creationId xmlns:p14="http://schemas.microsoft.com/office/powerpoint/2010/main" val="3180537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u" isContent="1" isInverted="1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FD837B-7D6F-981D-89B6-34919EA1F9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0986556"/>
              </p:ext>
            </p:extLst>
          </p:nvPr>
        </p:nvGraphicFramePr>
        <p:xfrm>
          <a:off x="0" y="0"/>
          <a:ext cx="12192000" cy="6871317"/>
        </p:xfrm>
        <a:graphic>
          <a:graphicData uri="http://schemas.openxmlformats.org/drawingml/2006/table">
            <a:tbl>
              <a:tblPr/>
              <a:tblGrid>
                <a:gridCol w="12192000">
                  <a:extLst>
                    <a:ext uri="{9D8B030D-6E8A-4147-A177-3AD203B41FA5}">
                      <a16:colId xmlns:a16="http://schemas.microsoft.com/office/drawing/2014/main" val="2012597138"/>
                    </a:ext>
                  </a:extLst>
                </a:gridCol>
              </a:tblGrid>
              <a:tr h="6871317">
                <a:tc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2062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68332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FD8CBB3-46AA-1700-CCBA-A7B98D9CC15D}"/>
              </a:ext>
            </a:extLst>
          </p:cNvPr>
          <p:cNvSpPr/>
          <p:nvPr/>
        </p:nvSpPr>
        <p:spPr>
          <a:xfrm>
            <a:off x="0" y="0"/>
            <a:ext cx="10404628" cy="1062115"/>
          </a:xfrm>
          <a:prstGeom prst="rect">
            <a:avLst/>
          </a:prstGeom>
          <a:solidFill>
            <a:srgbClr val="8BB2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507501-7A35-04ED-18B7-FEF1D5A7C822}"/>
              </a:ext>
            </a:extLst>
          </p:cNvPr>
          <p:cNvSpPr txBox="1"/>
          <p:nvPr/>
        </p:nvSpPr>
        <p:spPr>
          <a:xfrm>
            <a:off x="3005901" y="146336"/>
            <a:ext cx="4165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>
                <a:solidFill>
                  <a:schemeClr val="bg1"/>
                </a:solidFill>
                <a:latin typeface="Bell MT" panose="02020503060305020303" pitchFamily="18" charset="0"/>
              </a:rPr>
              <a:t>Leave Calendar  </a:t>
            </a:r>
            <a:endParaRPr lang="en-ZA" sz="4400" b="1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9312EC-E6F3-B8A5-2F88-ADF9F5AFA6C9}"/>
              </a:ext>
            </a:extLst>
          </p:cNvPr>
          <p:cNvSpPr txBox="1"/>
          <p:nvPr/>
        </p:nvSpPr>
        <p:spPr>
          <a:xfrm>
            <a:off x="4905270" y="1522659"/>
            <a:ext cx="3526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December </a:t>
            </a:r>
            <a:endParaRPr lang="en-ZA" sz="280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EA9ADC-E7AF-77D7-CD07-3CFE85E40704}"/>
              </a:ext>
            </a:extLst>
          </p:cNvPr>
          <p:cNvSpPr txBox="1"/>
          <p:nvPr/>
        </p:nvSpPr>
        <p:spPr>
          <a:xfrm>
            <a:off x="540369" y="5729456"/>
            <a:ext cx="57503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bg1"/>
                </a:solidFill>
              </a:rPr>
              <a:t>Business to close on the 20</a:t>
            </a:r>
            <a:r>
              <a:rPr lang="en-US" sz="2000" b="1" baseline="30000">
                <a:solidFill>
                  <a:schemeClr val="bg1"/>
                </a:solidFill>
              </a:rPr>
              <a:t>th</a:t>
            </a:r>
            <a:r>
              <a:rPr lang="en-US" sz="2000" b="1">
                <a:solidFill>
                  <a:schemeClr val="bg1"/>
                </a:solidFill>
              </a:rPr>
              <a:t> December 2024 and reopen on the 6</a:t>
            </a:r>
            <a:r>
              <a:rPr lang="en-US" sz="2000" b="1" baseline="30000">
                <a:solidFill>
                  <a:schemeClr val="bg1"/>
                </a:solidFill>
              </a:rPr>
              <a:t>th</a:t>
            </a:r>
            <a:r>
              <a:rPr lang="en-US" sz="2000" b="1">
                <a:solidFill>
                  <a:schemeClr val="bg1"/>
                </a:solidFill>
              </a:rPr>
              <a:t> January 2025 </a:t>
            </a:r>
            <a:endParaRPr lang="en-ZA" sz="2000" b="1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A0512D-8B40-165D-EE6B-12183398B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07" y="2172039"/>
            <a:ext cx="10562113" cy="316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756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FD837B-7D6F-981D-89B6-34919EA1F9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854934"/>
              </p:ext>
            </p:extLst>
          </p:nvPr>
        </p:nvGraphicFramePr>
        <p:xfrm>
          <a:off x="0" y="0"/>
          <a:ext cx="12192000" cy="6871317"/>
        </p:xfrm>
        <a:graphic>
          <a:graphicData uri="http://schemas.openxmlformats.org/drawingml/2006/table">
            <a:tbl>
              <a:tblPr/>
              <a:tblGrid>
                <a:gridCol w="12192000">
                  <a:extLst>
                    <a:ext uri="{9D8B030D-6E8A-4147-A177-3AD203B41FA5}">
                      <a16:colId xmlns:a16="http://schemas.microsoft.com/office/drawing/2014/main" val="2012597138"/>
                    </a:ext>
                  </a:extLst>
                </a:gridCol>
              </a:tblGrid>
              <a:tr h="6871317">
                <a:tc>
                  <a:txBody>
                    <a:bodyPr/>
                    <a:lstStyle/>
                    <a:p>
                      <a:r>
                        <a:rPr lang="en-US"/>
                        <a:t>/</a:t>
                      </a:r>
                      <a:endParaRPr lang="en-ZA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2062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68332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FD8CBB3-46AA-1700-CCBA-A7B98D9CC15D}"/>
              </a:ext>
            </a:extLst>
          </p:cNvPr>
          <p:cNvSpPr/>
          <p:nvPr/>
        </p:nvSpPr>
        <p:spPr>
          <a:xfrm>
            <a:off x="0" y="0"/>
            <a:ext cx="10404628" cy="1062115"/>
          </a:xfrm>
          <a:prstGeom prst="rect">
            <a:avLst/>
          </a:prstGeom>
          <a:solidFill>
            <a:srgbClr val="8BB2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507501-7A35-04ED-18B7-FEF1D5A7C822}"/>
              </a:ext>
            </a:extLst>
          </p:cNvPr>
          <p:cNvSpPr txBox="1"/>
          <p:nvPr/>
        </p:nvSpPr>
        <p:spPr>
          <a:xfrm>
            <a:off x="980746" y="122297"/>
            <a:ext cx="44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>
                <a:solidFill>
                  <a:schemeClr val="bg1"/>
                </a:solidFill>
                <a:latin typeface="Bell MT" panose="02020503060305020303" pitchFamily="18" charset="0"/>
              </a:rPr>
              <a:t>Action Plan  </a:t>
            </a:r>
            <a:endParaRPr lang="en-ZA" sz="4400" b="1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823F80-0BA8-EC22-0D0D-940F5DA59D09}"/>
              </a:ext>
            </a:extLst>
          </p:cNvPr>
          <p:cNvSpPr txBox="1"/>
          <p:nvPr/>
        </p:nvSpPr>
        <p:spPr>
          <a:xfrm>
            <a:off x="980746" y="5602015"/>
            <a:ext cx="32444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3938F6-ED88-8E82-5F41-19AA1EF92976}"/>
              </a:ext>
            </a:extLst>
          </p:cNvPr>
          <p:cNvSpPr txBox="1"/>
          <p:nvPr/>
        </p:nvSpPr>
        <p:spPr>
          <a:xfrm>
            <a:off x="980746" y="5602015"/>
            <a:ext cx="32444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</p:txBody>
      </p:sp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EBB7C1D3-3EDD-07B4-EB56-114C4641DB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242044"/>
              </p:ext>
            </p:extLst>
          </p:nvPr>
        </p:nvGraphicFramePr>
        <p:xfrm>
          <a:off x="522584" y="1554831"/>
          <a:ext cx="10972682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441">
                  <a:extLst>
                    <a:ext uri="{9D8B030D-6E8A-4147-A177-3AD203B41FA5}">
                      <a16:colId xmlns:a16="http://schemas.microsoft.com/office/drawing/2014/main" val="2372135160"/>
                    </a:ext>
                  </a:extLst>
                </a:gridCol>
                <a:gridCol w="3562223">
                  <a:extLst>
                    <a:ext uri="{9D8B030D-6E8A-4147-A177-3AD203B41FA5}">
                      <a16:colId xmlns:a16="http://schemas.microsoft.com/office/drawing/2014/main" val="4237709673"/>
                    </a:ext>
                  </a:extLst>
                </a:gridCol>
                <a:gridCol w="1158966">
                  <a:extLst>
                    <a:ext uri="{9D8B030D-6E8A-4147-A177-3AD203B41FA5}">
                      <a16:colId xmlns:a16="http://schemas.microsoft.com/office/drawing/2014/main" val="399497285"/>
                    </a:ext>
                  </a:extLst>
                </a:gridCol>
                <a:gridCol w="1015961">
                  <a:extLst>
                    <a:ext uri="{9D8B030D-6E8A-4147-A177-3AD203B41FA5}">
                      <a16:colId xmlns:a16="http://schemas.microsoft.com/office/drawing/2014/main" val="1647263058"/>
                    </a:ext>
                  </a:extLst>
                </a:gridCol>
                <a:gridCol w="1325372">
                  <a:extLst>
                    <a:ext uri="{9D8B030D-6E8A-4147-A177-3AD203B41FA5}">
                      <a16:colId xmlns:a16="http://schemas.microsoft.com/office/drawing/2014/main" val="1044863241"/>
                    </a:ext>
                  </a:extLst>
                </a:gridCol>
                <a:gridCol w="3518719">
                  <a:extLst>
                    <a:ext uri="{9D8B030D-6E8A-4147-A177-3AD203B41FA5}">
                      <a16:colId xmlns:a16="http://schemas.microsoft.com/office/drawing/2014/main" val="763369719"/>
                    </a:ext>
                  </a:extLst>
                </a:gridCol>
              </a:tblGrid>
              <a:tr h="272347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Nr</a:t>
                      </a:r>
                    </a:p>
                  </a:txBody>
                  <a:tcPr>
                    <a:solidFill>
                      <a:srgbClr val="0066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Description</a:t>
                      </a:r>
                    </a:p>
                  </a:txBody>
                  <a:tcPr>
                    <a:solidFill>
                      <a:srgbClr val="0066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Responsible</a:t>
                      </a:r>
                    </a:p>
                  </a:txBody>
                  <a:tcPr>
                    <a:solidFill>
                      <a:srgbClr val="0066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Status</a:t>
                      </a:r>
                    </a:p>
                  </a:txBody>
                  <a:tcPr>
                    <a:solidFill>
                      <a:srgbClr val="0066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Due Date</a:t>
                      </a:r>
                    </a:p>
                  </a:txBody>
                  <a:tcPr>
                    <a:solidFill>
                      <a:srgbClr val="0066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Comment </a:t>
                      </a:r>
                    </a:p>
                  </a:txBody>
                  <a:tcPr>
                    <a:solidFill>
                      <a:srgbClr val="0066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67959"/>
                  </a:ext>
                </a:extLst>
              </a:tr>
              <a:tr h="381286"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solidFill>
                            <a:schemeClr val="bg1"/>
                          </a:solidFill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8BB2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Reports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Kaspersky  ( Ayavuya)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Statics report – </a:t>
                      </a:r>
                      <a:r>
                        <a:rPr lang="en-US" sz="1400" err="1">
                          <a:solidFill>
                            <a:schemeClr val="bg1"/>
                          </a:solidFill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Bonnita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 ( Luvuyo)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Statics report – WLV Website (Luvuyo)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err="1">
                          <a:solidFill>
                            <a:schemeClr val="bg1"/>
                          </a:solidFill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Paed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 – IQ ( Aqeel)</a:t>
                      </a:r>
                    </a:p>
                  </a:txBody>
                  <a:tcPr>
                    <a:solidFill>
                      <a:srgbClr val="8BB2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AH, LT, AK</a:t>
                      </a:r>
                    </a:p>
                  </a:txBody>
                  <a:tcPr>
                    <a:solidFill>
                      <a:srgbClr val="8BB2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In progress</a:t>
                      </a:r>
                    </a:p>
                  </a:txBody>
                  <a:tcPr>
                    <a:solidFill>
                      <a:srgbClr val="8BB2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3 August</a:t>
                      </a:r>
                    </a:p>
                  </a:txBody>
                  <a:tcPr>
                    <a:solidFill>
                      <a:srgbClr val="8BB2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bg1"/>
                        </a:solidFill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>
                    <a:solidFill>
                      <a:srgbClr val="8BB2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796900"/>
                  </a:ext>
                </a:extLst>
              </a:tr>
              <a:tr h="272347"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solidFill>
                            <a:schemeClr val="bg1"/>
                          </a:solidFill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2</a:t>
                      </a:r>
                    </a:p>
                  </a:txBody>
                  <a:tcPr>
                    <a:solidFill>
                      <a:srgbClr val="8BB2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Trackers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Sales Tracker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err="1">
                          <a:solidFill>
                            <a:schemeClr val="bg1"/>
                          </a:solidFill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InvoiTrackerce</a:t>
                      </a:r>
                      <a:endParaRPr lang="en-US" sz="1400">
                        <a:solidFill>
                          <a:schemeClr val="bg1"/>
                        </a:solidFill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>
                    <a:solidFill>
                      <a:srgbClr val="8BB2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WL, QA</a:t>
                      </a:r>
                    </a:p>
                  </a:txBody>
                  <a:tcPr>
                    <a:solidFill>
                      <a:srgbClr val="8BB2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In progress</a:t>
                      </a:r>
                    </a:p>
                  </a:txBody>
                  <a:tcPr>
                    <a:solidFill>
                      <a:srgbClr val="8BB2B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>
                    <a:solidFill>
                      <a:srgbClr val="8BB2B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>
                    <a:solidFill>
                      <a:srgbClr val="8BB2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887282"/>
                  </a:ext>
                </a:extLst>
              </a:tr>
              <a:tr h="490225"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solidFill>
                            <a:schemeClr val="bg1"/>
                          </a:solidFill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3</a:t>
                      </a:r>
                    </a:p>
                  </a:txBody>
                  <a:tcPr>
                    <a:solidFill>
                      <a:srgbClr val="8BB2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Digital Sales &amp; Marketing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Facebook Shop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Google Shop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Mailchimp</a:t>
                      </a:r>
                    </a:p>
                  </a:txBody>
                  <a:tcPr>
                    <a:solidFill>
                      <a:srgbClr val="8BB2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WL, AH</a:t>
                      </a:r>
                    </a:p>
                  </a:txBody>
                  <a:tcPr>
                    <a:solidFill>
                      <a:srgbClr val="8BB2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In progress</a:t>
                      </a:r>
                    </a:p>
                  </a:txBody>
                  <a:tcPr>
                    <a:solidFill>
                      <a:srgbClr val="8BB2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400">
                        <a:solidFill>
                          <a:schemeClr val="bg1"/>
                        </a:solidFill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>
                    <a:solidFill>
                      <a:srgbClr val="8BB2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400">
                        <a:solidFill>
                          <a:schemeClr val="bg1"/>
                        </a:solidFill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>
                    <a:solidFill>
                      <a:srgbClr val="8BB2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947257"/>
                  </a:ext>
                </a:extLst>
              </a:tr>
              <a:tr h="272347"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solidFill>
                            <a:schemeClr val="bg1"/>
                          </a:solidFill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4</a:t>
                      </a:r>
                    </a:p>
                  </a:txBody>
                  <a:tcPr>
                    <a:solidFill>
                      <a:srgbClr val="8BB2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Verify all timesheets are updated </a:t>
                      </a:r>
                    </a:p>
                  </a:txBody>
                  <a:tcPr>
                    <a:solidFill>
                      <a:srgbClr val="8BB2B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QA</a:t>
                      </a:r>
                    </a:p>
                  </a:txBody>
                  <a:tcPr>
                    <a:solidFill>
                      <a:srgbClr val="8BB2B4"/>
                    </a:solid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In progress</a:t>
                      </a:r>
                    </a:p>
                  </a:txBody>
                  <a:tcPr>
                    <a:solidFill>
                      <a:srgbClr val="8BB2B4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18 November </a:t>
                      </a:r>
                    </a:p>
                  </a:txBody>
                  <a:tcPr>
                    <a:solidFill>
                      <a:srgbClr val="8BB2B4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Andisiwe, Ayavuya, Bonginkosi and Luvuyo needs to update their timesheets.</a:t>
                      </a:r>
                    </a:p>
                  </a:txBody>
                  <a:tcPr>
                    <a:solidFill>
                      <a:srgbClr val="8BB2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903807"/>
                  </a:ext>
                </a:extLst>
              </a:tr>
              <a:tr h="272347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endParaRPr lang="en-US" sz="1400">
                        <a:solidFill>
                          <a:schemeClr val="bg1"/>
                        </a:solidFill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  <a:p>
                      <a:pPr lvl="0">
                        <a:buNone/>
                      </a:pPr>
                      <a:endParaRPr lang="en-US" sz="1400">
                        <a:solidFill>
                          <a:schemeClr val="bg1"/>
                        </a:solidFill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>
                    <a:solidFill>
                      <a:srgbClr val="8BB2B4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>
                        <a:solidFill>
                          <a:schemeClr val="bg1"/>
                        </a:solidFill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>
                    <a:solidFill>
                      <a:srgbClr val="8BB2B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400">
                        <a:solidFill>
                          <a:schemeClr val="bg1"/>
                        </a:solidFill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>
                    <a:solidFill>
                      <a:srgbClr val="8BB2B4"/>
                    </a:solid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buNone/>
                        <a:tabLst/>
                        <a:defRPr/>
                      </a:pPr>
                      <a:endParaRPr lang="en-US" sz="1400">
                        <a:solidFill>
                          <a:schemeClr val="bg1"/>
                        </a:solidFill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>
                    <a:solidFill>
                      <a:srgbClr val="8BB2B4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>
                        <a:solidFill>
                          <a:schemeClr val="bg1"/>
                        </a:solidFill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>
                    <a:solidFill>
                      <a:srgbClr val="8BB2B4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>
                        <a:solidFill>
                          <a:schemeClr val="bg1"/>
                        </a:solidFill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>
                    <a:solidFill>
                      <a:srgbClr val="8BB2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9194528"/>
                  </a:ext>
                </a:extLst>
              </a:tr>
              <a:tr h="258729">
                <a:tc>
                  <a:txBody>
                    <a:bodyPr/>
                    <a:lstStyle/>
                    <a:p>
                      <a:pPr algn="r"/>
                      <a:endParaRPr lang="en-US" sz="1050">
                        <a:solidFill>
                          <a:schemeClr val="bg1"/>
                        </a:solidFill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>
                    <a:solidFill>
                      <a:srgbClr val="8BB2B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>
                    <a:solidFill>
                      <a:srgbClr val="8BB2B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>
                        <a:solidFill>
                          <a:schemeClr val="bg1"/>
                        </a:solidFill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>
                    <a:solidFill>
                      <a:srgbClr val="8BB2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>
                        <a:solidFill>
                          <a:schemeClr val="bg1"/>
                        </a:solidFill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>
                    <a:solidFill>
                      <a:srgbClr val="8BB2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>
                        <a:solidFill>
                          <a:schemeClr val="bg1"/>
                        </a:solidFill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>
                    <a:solidFill>
                      <a:srgbClr val="8BB2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>
                        <a:solidFill>
                          <a:schemeClr val="bg1"/>
                        </a:solidFill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>
                    <a:solidFill>
                      <a:srgbClr val="8BB2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76120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86FF4D0-89F8-53B1-462B-1A8E7B336C7A}"/>
              </a:ext>
            </a:extLst>
          </p:cNvPr>
          <p:cNvSpPr txBox="1"/>
          <p:nvPr/>
        </p:nvSpPr>
        <p:spPr>
          <a:xfrm>
            <a:off x="2916747" y="6402508"/>
            <a:ext cx="5507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Chair Sequence: WL,LT, CB, AH, AN, AK,BZ</a:t>
            </a:r>
          </a:p>
        </p:txBody>
      </p:sp>
    </p:spTree>
    <p:extLst>
      <p:ext uri="{BB962C8B-B14F-4D97-AF65-F5344CB8AC3E}">
        <p14:creationId xmlns:p14="http://schemas.microsoft.com/office/powerpoint/2010/main" val="38571813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2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ity with lights and lines of light&#10;&#10;Description automatically generated with medium confidence">
            <a:extLst>
              <a:ext uri="{FF2B5EF4-FFF2-40B4-BE49-F238E27FC236}">
                <a16:creationId xmlns:a16="http://schemas.microsoft.com/office/drawing/2014/main" id="{AA46BD40-B9CA-F40E-B4E0-9228ED1C37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 l="-313" r="-652"/>
          <a:stretch/>
        </p:blipFill>
        <p:spPr>
          <a:xfrm>
            <a:off x="66675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0D4916-69B6-6883-AD23-D78FC28D7090}"/>
              </a:ext>
            </a:extLst>
          </p:cNvPr>
          <p:cNvSpPr txBox="1"/>
          <p:nvPr/>
        </p:nvSpPr>
        <p:spPr>
          <a:xfrm>
            <a:off x="3781887" y="2770145"/>
            <a:ext cx="46282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latin typeface="Bell MT" panose="02020503060305020303" pitchFamily="18" charset="0"/>
              </a:rPr>
              <a:t>QUESTIONS </a:t>
            </a:r>
          </a:p>
          <a:p>
            <a:pPr algn="ctr"/>
            <a:r>
              <a:rPr lang="en-US" sz="3200" b="1">
                <a:solidFill>
                  <a:schemeClr val="bg1"/>
                </a:solidFill>
                <a:latin typeface="Bell MT" panose="02020503060305020303" pitchFamily="18" charset="0"/>
              </a:rPr>
              <a:t>&amp; </a:t>
            </a:r>
          </a:p>
          <a:p>
            <a:pPr algn="ctr"/>
            <a:r>
              <a:rPr lang="en-US" sz="3200" b="1">
                <a:solidFill>
                  <a:schemeClr val="bg1"/>
                </a:solidFill>
                <a:latin typeface="Bell MT" panose="02020503060305020303" pitchFamily="18" charset="0"/>
              </a:rPr>
              <a:t>ANSWERS</a:t>
            </a:r>
            <a:endParaRPr lang="en-ZA" sz="3200" b="1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187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BF43A6-7CFA-8AA6-0A5E-BD594120092C}"/>
              </a:ext>
            </a:extLst>
          </p:cNvPr>
          <p:cNvSpPr/>
          <p:nvPr/>
        </p:nvSpPr>
        <p:spPr>
          <a:xfrm>
            <a:off x="0" y="5181600"/>
            <a:ext cx="12192000" cy="1676400"/>
          </a:xfrm>
          <a:prstGeom prst="rect">
            <a:avLst/>
          </a:prstGeom>
          <a:solidFill>
            <a:srgbClr val="2062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5" name="Picture 4" descr="A logo with a letter and a logo&#10;&#10;Description automatically generated with medium confidence">
            <a:extLst>
              <a:ext uri="{FF2B5EF4-FFF2-40B4-BE49-F238E27FC236}">
                <a16:creationId xmlns:a16="http://schemas.microsoft.com/office/drawing/2014/main" id="{97BD3EE1-ED30-7F5D-E428-0FF252B45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10940" y="2176246"/>
            <a:ext cx="7009396" cy="1542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67AE6E-5B06-784A-AA75-3ADD17FB5615}"/>
              </a:ext>
            </a:extLst>
          </p:cNvPr>
          <p:cNvSpPr txBox="1"/>
          <p:nvPr/>
        </p:nvSpPr>
        <p:spPr>
          <a:xfrm>
            <a:off x="380816" y="2593336"/>
            <a:ext cx="3070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solidFill>
                  <a:srgbClr val="20627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THANK YOU </a:t>
            </a:r>
            <a:endParaRPr lang="en-ZA" sz="4000">
              <a:solidFill>
                <a:srgbClr val="206271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0F82CB-367D-A1CD-81D1-5420BF33B06D}"/>
              </a:ext>
            </a:extLst>
          </p:cNvPr>
          <p:cNvCxnSpPr/>
          <p:nvPr/>
        </p:nvCxnSpPr>
        <p:spPr>
          <a:xfrm>
            <a:off x="3604334" y="905522"/>
            <a:ext cx="0" cy="3915053"/>
          </a:xfrm>
          <a:prstGeom prst="line">
            <a:avLst/>
          </a:prstGeom>
          <a:ln>
            <a:solidFill>
              <a:srgbClr val="2062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4027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LV- Weekly Meeting- 15 Nov 2023" id="{95ECC94F-B4CA-421A-B52C-1BF442E9DC80}" vid="{959002FC-C2B1-4F88-A047-245A2E5B110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aa731da-1d93-4e56-9a95-e7af97eddc02">
      <Terms xmlns="http://schemas.microsoft.com/office/infopath/2007/PartnerControls"/>
    </lcf76f155ced4ddcb4097134ff3c332f>
    <TaxCatchAll xmlns="e79be3c3-157b-4b8f-80a5-6157e34b739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B9055A6628D340A9342A158FD5C8D6" ma:contentTypeVersion="14" ma:contentTypeDescription="Create a new document." ma:contentTypeScope="" ma:versionID="33421de6a642d97659fd26e446cd4bb9">
  <xsd:schema xmlns:xsd="http://www.w3.org/2001/XMLSchema" xmlns:xs="http://www.w3.org/2001/XMLSchema" xmlns:p="http://schemas.microsoft.com/office/2006/metadata/properties" xmlns:ns2="9aa731da-1d93-4e56-9a95-e7af97eddc02" xmlns:ns3="e79be3c3-157b-4b8f-80a5-6157e34b7390" targetNamespace="http://schemas.microsoft.com/office/2006/metadata/properties" ma:root="true" ma:fieldsID="91e32acddd9c35ea437a11bc784f5672" ns2:_="" ns3:_="">
    <xsd:import namespace="9aa731da-1d93-4e56-9a95-e7af97eddc02"/>
    <xsd:import namespace="e79be3c3-157b-4b8f-80a5-6157e34b739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a731da-1d93-4e56-9a95-e7af97eddc0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9a34ce07-319f-465e-95ff-79bffe7b777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9be3c3-157b-4b8f-80a5-6157e34b7390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61f00e3d-51f4-4f6e-b95b-0416fada47f9}" ma:internalName="TaxCatchAll" ma:showField="CatchAllData" ma:web="e79be3c3-157b-4b8f-80a5-6157e34b73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75029A1-47C9-4530-9489-C1146D182ED4}">
  <ds:schemaRefs>
    <ds:schemaRef ds:uri="9aa731da-1d93-4e56-9a95-e7af97eddc02"/>
    <ds:schemaRef ds:uri="e79be3c3-157b-4b8f-80a5-6157e34b739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41D46DF-A098-4886-BEA7-B689824E0DF1}">
  <ds:schemaRefs>
    <ds:schemaRef ds:uri="9aa731da-1d93-4e56-9a95-e7af97eddc02"/>
    <ds:schemaRef ds:uri="e79be3c3-157b-4b8f-80a5-6157e34b73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E949C22-92A7-4569-AB1A-EDB11CE0A48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WLV- Weekly Meeting- Template_2023</Template>
  <Application>Microsoft Office PowerPoint</Application>
  <PresentationFormat>Widescreen</PresentationFormat>
  <Slides>33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Qud-Doo-Siyyah Ajourhaar</dc:creator>
  <cp:revision>31</cp:revision>
  <dcterms:created xsi:type="dcterms:W3CDTF">2023-11-13T17:53:23Z</dcterms:created>
  <dcterms:modified xsi:type="dcterms:W3CDTF">2025-07-23T06:59:35Z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0x0101006CB9055A6628D340A9342A158FD5C8D6</vt:lpwstr>
  </property>
  <property fmtid="{D5CDD505-2E9C-101B-9397-08002B2CF9AE}" pid="3" name="MediaServiceImageTags">
    <vt:lpwstr/>
  </property>
</Properties>
</file>